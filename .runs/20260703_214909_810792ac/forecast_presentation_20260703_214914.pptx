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11"/>
    <p:sldId id="257" r:id="rId12"/>
    <p:sldId id="258" r:id="rId13"/>
    <p:sldId id="259" r:id="rId14"/>
    <p:sldId id="260" r:id="rId15"/>
    <p:sldId id="261" r:id="rId16"/>
    <p:sldId id="262" r:id="rId17"/>
    <p:sldId id="263" r:id="rId18"/>
    <p:sldId id="264"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2AD0DE5-AD61-4ED4-82AC-700CE47984FD}">
          <p14:sldIdLst>
            <p14:sldId id="259"/>
            <p14:sldId id="2146846637"/>
            <p14:sldId id="258"/>
            <p14:sldId id="260"/>
            <p14:sldId id="263"/>
            <p14:sldId id="262"/>
            <p14:sldId id="2146846638"/>
            <p14:sldId id="2146846639"/>
            <p14:sldId id="2146846640"/>
            <p14:sldId id="2146846641"/>
            <p14:sldId id="2146846642"/>
            <p14:sldId id="264"/>
            <p14:sldId id="2146846647"/>
            <p14:sldId id="2146846648"/>
            <p14:sldId id="271"/>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92236-F840-410B-8605-99371DA2225A}" v="7" dt="2026-01-20T08:05:23.343"/>
    <p1510:client id="{81B2F421-DFEC-4212-919E-C9FCA4DE055D}" v="24" dt="2026-01-20T05:47:34.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1" d="100"/>
          <a:sy n="61" d="100"/>
        </p:scale>
        <p:origin x="996"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D82AA-7BC3-43A1-B67F-A4A1F17BD863}"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4D8AAD-7B1C-49C8-B87A-B3DDD56D8B54}" type="slidenum">
              <a:rPr lang="en-IN" smtClean="0"/>
              <a:t>‹#›</a:t>
            </a:fld>
            <a:endParaRPr lang="en-IN"/>
          </a:p>
        </p:txBody>
      </p:sp>
    </p:spTree>
    <p:extLst>
      <p:ext uri="{BB962C8B-B14F-4D97-AF65-F5344CB8AC3E}">
        <p14:creationId xmlns:p14="http://schemas.microsoft.com/office/powerpoint/2010/main" val="554269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065181-56A9-8D8C-CD97-2B92D4F5DF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05" y="0"/>
            <a:ext cx="12182988" cy="5463309"/>
          </a:xfrm>
          <a:prstGeom prst="rect">
            <a:avLst/>
          </a:prstGeom>
        </p:spPr>
      </p:pic>
      <p:sp>
        <p:nvSpPr>
          <p:cNvPr id="8" name="Google Shape;183;p1">
            <a:extLst>
              <a:ext uri="{FF2B5EF4-FFF2-40B4-BE49-F238E27FC236}">
                <a16:creationId xmlns:a16="http://schemas.microsoft.com/office/drawing/2014/main" id="{C5377306-00A5-8F84-BB07-EA20975E4ABB}"/>
              </a:ext>
            </a:extLst>
          </p:cNvPr>
          <p:cNvSpPr/>
          <p:nvPr userDrawn="1"/>
        </p:nvSpPr>
        <p:spPr>
          <a:xfrm>
            <a:off x="0" y="-3384"/>
            <a:ext cx="12192000" cy="5466693"/>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187;p1">
            <a:extLst>
              <a:ext uri="{FF2B5EF4-FFF2-40B4-BE49-F238E27FC236}">
                <a16:creationId xmlns:a16="http://schemas.microsoft.com/office/drawing/2014/main" id="{C75F151D-CE53-E95F-4B09-573D6E8CCCD4}"/>
              </a:ext>
            </a:extLst>
          </p:cNvPr>
          <p:cNvSpPr/>
          <p:nvPr userDrawn="1"/>
        </p:nvSpPr>
        <p:spPr>
          <a:xfrm rot="-5400000" flipH="1">
            <a:off x="3819449" y="-2020687"/>
            <a:ext cx="4491759"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46DBF373-D0B2-6D02-85CE-C2849C7D6584}"/>
              </a:ext>
            </a:extLst>
          </p:cNvPr>
          <p:cNvSpPr>
            <a:spLocks noGrp="1"/>
          </p:cNvSpPr>
          <p:nvPr>
            <p:ph type="ctrTitle" hasCustomPrompt="1"/>
          </p:nvPr>
        </p:nvSpPr>
        <p:spPr>
          <a:xfrm>
            <a:off x="714881" y="2432437"/>
            <a:ext cx="9144000" cy="923330"/>
          </a:xfrm>
        </p:spPr>
        <p:txBody>
          <a:bodyPr anchor="b">
            <a:spAutoFit/>
          </a:bodyPr>
          <a:lstStyle>
            <a:lvl1pPr algn="l">
              <a:defRPr sz="6000" b="1">
                <a:solidFill>
                  <a:schemeClr val="bg1"/>
                </a:solidFill>
              </a:defRPr>
            </a:lvl1pPr>
          </a:lstStyle>
          <a:p>
            <a:r>
              <a:rPr lang="en-US"/>
              <a:t>XXXXXXX</a:t>
            </a:r>
          </a:p>
        </p:txBody>
      </p:sp>
      <p:sp>
        <p:nvSpPr>
          <p:cNvPr id="3" name="Subtitle 2">
            <a:extLst>
              <a:ext uri="{FF2B5EF4-FFF2-40B4-BE49-F238E27FC236}">
                <a16:creationId xmlns:a16="http://schemas.microsoft.com/office/drawing/2014/main" id="{599E8363-96CA-4BC0-B750-E5EF766D8B86}"/>
              </a:ext>
            </a:extLst>
          </p:cNvPr>
          <p:cNvSpPr>
            <a:spLocks noGrp="1"/>
          </p:cNvSpPr>
          <p:nvPr>
            <p:ph type="subTitle" idx="1" hasCustomPrompt="1"/>
          </p:nvPr>
        </p:nvSpPr>
        <p:spPr>
          <a:xfrm>
            <a:off x="714881" y="1736660"/>
            <a:ext cx="9144000" cy="590931"/>
          </a:xfrm>
        </p:spPr>
        <p:txBody>
          <a:bodyPr anchor="b">
            <a:spAutoFit/>
          </a:bodyPr>
          <a:lstStyle>
            <a:lvl1pPr marL="0" indent="0" algn="l">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XXXXX</a:t>
            </a:r>
            <a:endParaRPr lang="en-IN"/>
          </a:p>
        </p:txBody>
      </p:sp>
      <p:sp>
        <p:nvSpPr>
          <p:cNvPr id="5" name="Text Placeholder 4">
            <a:extLst>
              <a:ext uri="{FF2B5EF4-FFF2-40B4-BE49-F238E27FC236}">
                <a16:creationId xmlns:a16="http://schemas.microsoft.com/office/drawing/2014/main" id="{07A70570-E086-9938-5AFC-26D4C7EFF0FC}"/>
              </a:ext>
            </a:extLst>
          </p:cNvPr>
          <p:cNvSpPr>
            <a:spLocks noGrp="1"/>
          </p:cNvSpPr>
          <p:nvPr>
            <p:ph type="body" sz="quarter" idx="10" hasCustomPrompt="1"/>
          </p:nvPr>
        </p:nvSpPr>
        <p:spPr>
          <a:xfrm>
            <a:off x="827211" y="4141342"/>
            <a:ext cx="2292964" cy="540112"/>
          </a:xfrm>
          <a:ln>
            <a:solidFill>
              <a:schemeClr val="bg1"/>
            </a:solidFill>
          </a:ln>
        </p:spPr>
        <p:txBody>
          <a:bodyPr anchor="ctr">
            <a:normAutofit/>
          </a:bodyPr>
          <a:lstStyle>
            <a:lvl1pPr marL="0" indent="0" algn="ctr">
              <a:buNone/>
              <a:defRPr sz="1800">
                <a:solidFill>
                  <a:schemeClr val="bg1"/>
                </a:solidFill>
              </a:defRPr>
            </a:lvl1pPr>
          </a:lstStyle>
          <a:p>
            <a:pPr lvl="0"/>
            <a:r>
              <a:rPr lang="en-IN" err="1"/>
              <a:t>Xxxx</a:t>
            </a:r>
            <a:r>
              <a:rPr lang="en-IN"/>
              <a:t> 00, 0000</a:t>
            </a:r>
          </a:p>
        </p:txBody>
      </p:sp>
      <p:pic>
        <p:nvPicPr>
          <p:cNvPr id="4" name="Graphic 3">
            <a:extLst>
              <a:ext uri="{FF2B5EF4-FFF2-40B4-BE49-F238E27FC236}">
                <a16:creationId xmlns:a16="http://schemas.microsoft.com/office/drawing/2014/main" id="{8505563C-A754-8519-EC83-9229AEF42C0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41177" y="5182953"/>
            <a:ext cx="1967520" cy="1967520"/>
          </a:xfrm>
          <a:prstGeom prst="rect">
            <a:avLst/>
          </a:prstGeom>
        </p:spPr>
      </p:pic>
    </p:spTree>
    <p:extLst>
      <p:ext uri="{BB962C8B-B14F-4D97-AF65-F5344CB8AC3E}">
        <p14:creationId xmlns:p14="http://schemas.microsoft.com/office/powerpoint/2010/main" val="178157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7EBCF1-BFE3-2D93-FAA1-2707528E18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822234" y="2704"/>
            <a:ext cx="4369766" cy="6855295"/>
          </a:xfrm>
          <a:prstGeom prst="rect">
            <a:avLst/>
          </a:prstGeom>
        </p:spPr>
      </p:pic>
      <p:sp>
        <p:nvSpPr>
          <p:cNvPr id="5" name="Slide Number Placeholder 4">
            <a:extLst>
              <a:ext uri="{FF2B5EF4-FFF2-40B4-BE49-F238E27FC236}">
                <a16:creationId xmlns:a16="http://schemas.microsoft.com/office/drawing/2014/main" id="{3373F31C-1D8A-430A-A8F1-B36938DC20F0}"/>
              </a:ext>
            </a:extLst>
          </p:cNvPr>
          <p:cNvSpPr>
            <a:spLocks noGrp="1"/>
          </p:cNvSpPr>
          <p:nvPr>
            <p:ph type="sldNum" sz="quarter" idx="11"/>
          </p:nvPr>
        </p:nvSpPr>
        <p:spPr>
          <a:xfrm>
            <a:off x="8804035" y="6461860"/>
            <a:ext cx="2743200" cy="365125"/>
          </a:xfrm>
          <a:prstGeom prst="rect">
            <a:avLst/>
          </a:prstGeom>
        </p:spPr>
        <p:txBody>
          <a:bodyPr/>
          <a:lstStyle/>
          <a:p>
            <a:fld id="{144F72D8-3066-D443-88DA-457A17E9B357}" type="slidenum">
              <a:rPr lang="en-US" smtClean="0"/>
              <a:pPr/>
              <a:t>‹#›</a:t>
            </a:fld>
            <a:endParaRPr lang="en-US"/>
          </a:p>
        </p:txBody>
      </p:sp>
      <p:sp>
        <p:nvSpPr>
          <p:cNvPr id="17" name="Rectangle 16">
            <a:extLst>
              <a:ext uri="{FF2B5EF4-FFF2-40B4-BE49-F238E27FC236}">
                <a16:creationId xmlns:a16="http://schemas.microsoft.com/office/drawing/2014/main" id="{F052D8F2-B622-5FB2-834C-0CC34E44DDCC}"/>
              </a:ext>
            </a:extLst>
          </p:cNvPr>
          <p:cNvSpPr/>
          <p:nvPr userDrawn="1"/>
        </p:nvSpPr>
        <p:spPr>
          <a:xfrm>
            <a:off x="7823200" y="0"/>
            <a:ext cx="4368800" cy="6858000"/>
          </a:xfrm>
          <a:prstGeom prst="rect">
            <a:avLst/>
          </a:prstGeom>
          <a:solidFill>
            <a:srgbClr val="004466">
              <a:alpha val="8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F36B2936-3000-C434-DE93-17C51DAF6CBF}"/>
              </a:ext>
            </a:extLst>
          </p:cNvPr>
          <p:cNvSpPr/>
          <p:nvPr userDrawn="1"/>
        </p:nvSpPr>
        <p:spPr>
          <a:xfrm>
            <a:off x="3491003" y="1352659"/>
            <a:ext cx="4859722" cy="45719"/>
          </a:xfrm>
          <a:prstGeom prst="rect">
            <a:avLst/>
          </a:prstGeom>
          <a:solidFill>
            <a:srgbClr val="C98B2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Text Placeholder 30">
            <a:extLst>
              <a:ext uri="{FF2B5EF4-FFF2-40B4-BE49-F238E27FC236}">
                <a16:creationId xmlns:a16="http://schemas.microsoft.com/office/drawing/2014/main" id="{27B579E3-B4B3-7C68-F127-35EB33F25AEF}"/>
              </a:ext>
            </a:extLst>
          </p:cNvPr>
          <p:cNvSpPr>
            <a:spLocks noGrp="1"/>
          </p:cNvSpPr>
          <p:nvPr>
            <p:ph type="body" sz="quarter" idx="12" hasCustomPrompt="1"/>
          </p:nvPr>
        </p:nvSpPr>
        <p:spPr>
          <a:xfrm>
            <a:off x="948165" y="922659"/>
            <a:ext cx="4089400" cy="646331"/>
          </a:xfrm>
        </p:spPr>
        <p:txBody>
          <a:bodyPr>
            <a:spAutoFit/>
          </a:bodyPr>
          <a:lstStyle>
            <a:lvl1pPr marL="0" indent="0">
              <a:buNone/>
              <a:defRPr sz="4000">
                <a:solidFill>
                  <a:schemeClr val="tx1"/>
                </a:solidFill>
              </a:defRPr>
            </a:lvl1pPr>
          </a:lstStyle>
          <a:p>
            <a:pPr lvl="0"/>
            <a:r>
              <a:rPr lang="en-US"/>
              <a:t>Agenda</a:t>
            </a:r>
            <a:endParaRPr lang="en-IN"/>
          </a:p>
        </p:txBody>
      </p:sp>
      <p:sp>
        <p:nvSpPr>
          <p:cNvPr id="34" name="Text Placeholder 32">
            <a:extLst>
              <a:ext uri="{FF2B5EF4-FFF2-40B4-BE49-F238E27FC236}">
                <a16:creationId xmlns:a16="http://schemas.microsoft.com/office/drawing/2014/main" id="{E28FF374-E0BC-AF99-877D-A542B28E7882}"/>
              </a:ext>
            </a:extLst>
          </p:cNvPr>
          <p:cNvSpPr>
            <a:spLocks noGrp="1"/>
          </p:cNvSpPr>
          <p:nvPr>
            <p:ph type="body" sz="quarter" idx="13" hasCustomPrompt="1"/>
          </p:nvPr>
        </p:nvSpPr>
        <p:spPr>
          <a:xfrm>
            <a:off x="948164"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5" name="Text Placeholder 32">
            <a:extLst>
              <a:ext uri="{FF2B5EF4-FFF2-40B4-BE49-F238E27FC236}">
                <a16:creationId xmlns:a16="http://schemas.microsoft.com/office/drawing/2014/main" id="{99BBE0FE-0674-1E59-0568-D47E36FC85BF}"/>
              </a:ext>
            </a:extLst>
          </p:cNvPr>
          <p:cNvSpPr>
            <a:spLocks noGrp="1"/>
          </p:cNvSpPr>
          <p:nvPr>
            <p:ph type="body" sz="quarter" idx="14" hasCustomPrompt="1"/>
          </p:nvPr>
        </p:nvSpPr>
        <p:spPr>
          <a:xfrm>
            <a:off x="4100345" y="272647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39" name="Text Placeholder 38">
            <a:extLst>
              <a:ext uri="{FF2B5EF4-FFF2-40B4-BE49-F238E27FC236}">
                <a16:creationId xmlns:a16="http://schemas.microsoft.com/office/drawing/2014/main" id="{CFD5C35E-7415-FC9C-76F3-AAD8F977B2F3}"/>
              </a:ext>
            </a:extLst>
          </p:cNvPr>
          <p:cNvSpPr>
            <a:spLocks noGrp="1"/>
          </p:cNvSpPr>
          <p:nvPr>
            <p:ph type="body" sz="quarter" idx="17" hasCustomPrompt="1"/>
          </p:nvPr>
        </p:nvSpPr>
        <p:spPr>
          <a:xfrm>
            <a:off x="947738" y="203305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40" name="Text Placeholder 38">
            <a:extLst>
              <a:ext uri="{FF2B5EF4-FFF2-40B4-BE49-F238E27FC236}">
                <a16:creationId xmlns:a16="http://schemas.microsoft.com/office/drawing/2014/main" id="{937160C0-1CF2-7EE7-100D-D8704CF7AB00}"/>
              </a:ext>
            </a:extLst>
          </p:cNvPr>
          <p:cNvSpPr>
            <a:spLocks noGrp="1"/>
          </p:cNvSpPr>
          <p:nvPr>
            <p:ph type="body" sz="quarter" idx="18" hasCustomPrompt="1"/>
          </p:nvPr>
        </p:nvSpPr>
        <p:spPr>
          <a:xfrm>
            <a:off x="4100345" y="203305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0" name="Text Placeholder 32">
            <a:extLst>
              <a:ext uri="{FF2B5EF4-FFF2-40B4-BE49-F238E27FC236}">
                <a16:creationId xmlns:a16="http://schemas.microsoft.com/office/drawing/2014/main" id="{2F3778F3-CCA3-D782-FA30-0013AE8E5FAE}"/>
              </a:ext>
            </a:extLst>
          </p:cNvPr>
          <p:cNvSpPr>
            <a:spLocks noGrp="1"/>
          </p:cNvSpPr>
          <p:nvPr>
            <p:ph type="body" sz="quarter" idx="19" hasCustomPrompt="1"/>
          </p:nvPr>
        </p:nvSpPr>
        <p:spPr>
          <a:xfrm>
            <a:off x="948164"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1" name="Text Placeholder 32">
            <a:extLst>
              <a:ext uri="{FF2B5EF4-FFF2-40B4-BE49-F238E27FC236}">
                <a16:creationId xmlns:a16="http://schemas.microsoft.com/office/drawing/2014/main" id="{1602996B-3073-BA49-785E-28DF39213854}"/>
              </a:ext>
            </a:extLst>
          </p:cNvPr>
          <p:cNvSpPr>
            <a:spLocks noGrp="1"/>
          </p:cNvSpPr>
          <p:nvPr>
            <p:ph type="body" sz="quarter" idx="20" hasCustomPrompt="1"/>
          </p:nvPr>
        </p:nvSpPr>
        <p:spPr>
          <a:xfrm>
            <a:off x="4100345" y="4178431"/>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2" name="Text Placeholder 38">
            <a:extLst>
              <a:ext uri="{FF2B5EF4-FFF2-40B4-BE49-F238E27FC236}">
                <a16:creationId xmlns:a16="http://schemas.microsoft.com/office/drawing/2014/main" id="{22D0ED2E-7271-08AF-CE9A-57826A32C997}"/>
              </a:ext>
            </a:extLst>
          </p:cNvPr>
          <p:cNvSpPr>
            <a:spLocks noGrp="1"/>
          </p:cNvSpPr>
          <p:nvPr>
            <p:ph type="body" sz="quarter" idx="21" hasCustomPrompt="1"/>
          </p:nvPr>
        </p:nvSpPr>
        <p:spPr>
          <a:xfrm>
            <a:off x="947738" y="3485019"/>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3" name="Text Placeholder 38">
            <a:extLst>
              <a:ext uri="{FF2B5EF4-FFF2-40B4-BE49-F238E27FC236}">
                <a16:creationId xmlns:a16="http://schemas.microsoft.com/office/drawing/2014/main" id="{D8BE0D6B-050D-9593-4387-D4FAB23B915D}"/>
              </a:ext>
            </a:extLst>
          </p:cNvPr>
          <p:cNvSpPr>
            <a:spLocks noGrp="1"/>
          </p:cNvSpPr>
          <p:nvPr>
            <p:ph type="body" sz="quarter" idx="22" hasCustomPrompt="1"/>
          </p:nvPr>
        </p:nvSpPr>
        <p:spPr>
          <a:xfrm>
            <a:off x="4100345" y="3485019"/>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
        <p:nvSpPr>
          <p:cNvPr id="54" name="Text Placeholder 32">
            <a:extLst>
              <a:ext uri="{FF2B5EF4-FFF2-40B4-BE49-F238E27FC236}">
                <a16:creationId xmlns:a16="http://schemas.microsoft.com/office/drawing/2014/main" id="{AFA49830-3CEE-2FA2-A12F-510D390683D3}"/>
              </a:ext>
            </a:extLst>
          </p:cNvPr>
          <p:cNvSpPr>
            <a:spLocks noGrp="1"/>
          </p:cNvSpPr>
          <p:nvPr>
            <p:ph type="body" sz="quarter" idx="23" hasCustomPrompt="1"/>
          </p:nvPr>
        </p:nvSpPr>
        <p:spPr>
          <a:xfrm>
            <a:off x="948164"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5" name="Text Placeholder 32">
            <a:extLst>
              <a:ext uri="{FF2B5EF4-FFF2-40B4-BE49-F238E27FC236}">
                <a16:creationId xmlns:a16="http://schemas.microsoft.com/office/drawing/2014/main" id="{1E43B178-A52C-A3D2-D9CC-587D8F049A00}"/>
              </a:ext>
            </a:extLst>
          </p:cNvPr>
          <p:cNvSpPr>
            <a:spLocks noGrp="1"/>
          </p:cNvSpPr>
          <p:nvPr>
            <p:ph type="body" sz="quarter" idx="24" hasCustomPrompt="1"/>
          </p:nvPr>
        </p:nvSpPr>
        <p:spPr>
          <a:xfrm>
            <a:off x="4100345" y="5609878"/>
            <a:ext cx="1619250" cy="286232"/>
          </a:xfrm>
        </p:spPr>
        <p:txBody>
          <a:bodyPr>
            <a:spAutoFit/>
          </a:bodyPr>
          <a:lstStyle>
            <a:lvl1pPr marL="0" indent="0">
              <a:buNone/>
              <a:defRPr sz="1400" b="1">
                <a:solidFill>
                  <a:schemeClr val="tx1"/>
                </a:solidFill>
              </a:defRPr>
            </a:lvl1pPr>
          </a:lstStyle>
          <a:p>
            <a:pPr lvl="0"/>
            <a:r>
              <a:rPr lang="en-US" err="1"/>
              <a:t>Xxxxx</a:t>
            </a:r>
            <a:endParaRPr lang="en-IN"/>
          </a:p>
        </p:txBody>
      </p:sp>
      <p:sp>
        <p:nvSpPr>
          <p:cNvPr id="56" name="Text Placeholder 38">
            <a:extLst>
              <a:ext uri="{FF2B5EF4-FFF2-40B4-BE49-F238E27FC236}">
                <a16:creationId xmlns:a16="http://schemas.microsoft.com/office/drawing/2014/main" id="{6450B32F-288B-8251-BBC1-2B4584832123}"/>
              </a:ext>
            </a:extLst>
          </p:cNvPr>
          <p:cNvSpPr>
            <a:spLocks noGrp="1"/>
          </p:cNvSpPr>
          <p:nvPr>
            <p:ph type="body" sz="quarter" idx="25" hasCustomPrompt="1"/>
          </p:nvPr>
        </p:nvSpPr>
        <p:spPr>
          <a:xfrm>
            <a:off x="947738" y="4916466"/>
            <a:ext cx="1619250" cy="646331"/>
          </a:xfrm>
        </p:spPr>
        <p:txBody>
          <a:bodyPr>
            <a:spAutoFit/>
          </a:bodyPr>
          <a:lstStyle>
            <a:lvl1pPr marL="0" indent="0">
              <a:buNone/>
              <a:defRPr sz="4000">
                <a:solidFill>
                  <a:schemeClr val="bg2">
                    <a:lumMod val="90000"/>
                  </a:schemeClr>
                </a:solidFill>
              </a:defRPr>
            </a:lvl1pPr>
          </a:lstStyle>
          <a:p>
            <a:pPr lvl="0"/>
            <a:r>
              <a:rPr lang="en-US"/>
              <a:t>01</a:t>
            </a:r>
            <a:endParaRPr lang="en-IN"/>
          </a:p>
        </p:txBody>
      </p:sp>
      <p:sp>
        <p:nvSpPr>
          <p:cNvPr id="57" name="Text Placeholder 38">
            <a:extLst>
              <a:ext uri="{FF2B5EF4-FFF2-40B4-BE49-F238E27FC236}">
                <a16:creationId xmlns:a16="http://schemas.microsoft.com/office/drawing/2014/main" id="{82D5CA80-F285-F6E1-CED1-66F66AB63CDA}"/>
              </a:ext>
            </a:extLst>
          </p:cNvPr>
          <p:cNvSpPr>
            <a:spLocks noGrp="1"/>
          </p:cNvSpPr>
          <p:nvPr>
            <p:ph type="body" sz="quarter" idx="26" hasCustomPrompt="1"/>
          </p:nvPr>
        </p:nvSpPr>
        <p:spPr>
          <a:xfrm>
            <a:off x="4100345" y="4916466"/>
            <a:ext cx="1619250" cy="646331"/>
          </a:xfrm>
        </p:spPr>
        <p:txBody>
          <a:bodyPr>
            <a:spAutoFit/>
          </a:bodyPr>
          <a:lstStyle>
            <a:lvl1pPr marL="0" indent="0">
              <a:buNone/>
              <a:defRPr sz="4000">
                <a:solidFill>
                  <a:schemeClr val="bg2">
                    <a:lumMod val="90000"/>
                  </a:schemeClr>
                </a:solidFill>
              </a:defRPr>
            </a:lvl1pPr>
          </a:lstStyle>
          <a:p>
            <a:pPr lvl="0"/>
            <a:r>
              <a:rPr lang="en-US"/>
              <a:t>04</a:t>
            </a:r>
            <a:endParaRPr lang="en-IN"/>
          </a:p>
        </p:txBody>
      </p:sp>
    </p:spTree>
    <p:extLst>
      <p:ext uri="{BB962C8B-B14F-4D97-AF65-F5344CB8AC3E}">
        <p14:creationId xmlns:p14="http://schemas.microsoft.com/office/powerpoint/2010/main" val="35751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3C719-6506-6CAC-95EA-D5129BF2CD9A}"/>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a:t>
            </a:r>
            <a:endParaRPr lang="en-IN"/>
          </a:p>
        </p:txBody>
      </p:sp>
      <p:sp>
        <p:nvSpPr>
          <p:cNvPr id="3" name="Content Placeholder 2">
            <a:extLst>
              <a:ext uri="{FF2B5EF4-FFF2-40B4-BE49-F238E27FC236}">
                <a16:creationId xmlns:a16="http://schemas.microsoft.com/office/drawing/2014/main" id="{611C6D06-DE44-9A6C-2096-8660858DE3FB}"/>
              </a:ext>
            </a:extLst>
          </p:cNvPr>
          <p:cNvSpPr>
            <a:spLocks noGrp="1"/>
          </p:cNvSpPr>
          <p:nvPr>
            <p:ph idx="1" hasCustomPrompt="1"/>
          </p:nvPr>
        </p:nvSpPr>
        <p:spPr>
          <a:xfrm>
            <a:off x="407999" y="1282876"/>
            <a:ext cx="11375999" cy="4544095"/>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19">
            <a:extLst>
              <a:ext uri="{FF2B5EF4-FFF2-40B4-BE49-F238E27FC236}">
                <a16:creationId xmlns:a16="http://schemas.microsoft.com/office/drawing/2014/main" id="{A6714B7B-31C4-611D-14D4-2CA652CE7FEE}"/>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a:t>
            </a:r>
            <a:endParaRPr lang="en-IN"/>
          </a:p>
        </p:txBody>
      </p:sp>
      <p:pic>
        <p:nvPicPr>
          <p:cNvPr id="4" name="Graphic 3">
            <a:extLst>
              <a:ext uri="{FF2B5EF4-FFF2-40B4-BE49-F238E27FC236}">
                <a16:creationId xmlns:a16="http://schemas.microsoft.com/office/drawing/2014/main" id="{F4B68243-7A99-8793-AFAA-E3695E894E8B}"/>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BA7376B4-7B91-72B5-81DB-9FB300B7B626}"/>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84069310-0577-DA66-4F3F-7E49A6C84CA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924464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4" name="Picture 3" descr="Low view of tall buildings&#10;&#10;Description automatically generated">
            <a:extLst>
              <a:ext uri="{FF2B5EF4-FFF2-40B4-BE49-F238E27FC236}">
                <a16:creationId xmlns:a16="http://schemas.microsoft.com/office/drawing/2014/main" id="{7AAD6E17-287E-A779-4536-42AED89F189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38" t="1821" r="1540" b="1821"/>
          <a:stretch/>
        </p:blipFill>
        <p:spPr>
          <a:xfrm>
            <a:off x="-1" y="-1"/>
            <a:ext cx="12192001" cy="6858001"/>
          </a:xfrm>
          <a:prstGeom prst="rect">
            <a:avLst/>
          </a:prstGeom>
        </p:spPr>
      </p:pic>
      <p:sp>
        <p:nvSpPr>
          <p:cNvPr id="5" name="Google Shape;183;p1">
            <a:extLst>
              <a:ext uri="{FF2B5EF4-FFF2-40B4-BE49-F238E27FC236}">
                <a16:creationId xmlns:a16="http://schemas.microsoft.com/office/drawing/2014/main" id="{0F15368F-4479-F126-3D58-B140B97EE57B}"/>
              </a:ext>
            </a:extLst>
          </p:cNvPr>
          <p:cNvSpPr/>
          <p:nvPr userDrawn="1"/>
        </p:nvSpPr>
        <p:spPr>
          <a:xfrm>
            <a:off x="0" y="-1"/>
            <a:ext cx="12192000" cy="6858000"/>
          </a:xfrm>
          <a:prstGeom prst="rect">
            <a:avLst/>
          </a:prstGeom>
          <a:solidFill>
            <a:srgbClr val="004466">
              <a:alpha val="82352"/>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0" name="Google Shape;684;g13e947437ff_0_167">
            <a:extLst>
              <a:ext uri="{FF2B5EF4-FFF2-40B4-BE49-F238E27FC236}">
                <a16:creationId xmlns:a16="http://schemas.microsoft.com/office/drawing/2014/main" id="{8DA536A1-78E7-80CB-F69E-026C34C05688}"/>
              </a:ext>
            </a:extLst>
          </p:cNvPr>
          <p:cNvSpPr/>
          <p:nvPr userDrawn="1"/>
        </p:nvSpPr>
        <p:spPr>
          <a:xfrm rot="-5400000" flipH="1">
            <a:off x="3393749" y="-1594987"/>
            <a:ext cx="5343160" cy="10476234"/>
          </a:xfrm>
          <a:prstGeom prst="corner">
            <a:avLst>
              <a:gd name="adj1" fmla="val 1356"/>
              <a:gd name="adj2" fmla="val 1219"/>
            </a:avLst>
          </a:prstGeom>
          <a:solidFill>
            <a:srgbClr val="C98B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 name="Title 1">
            <a:extLst>
              <a:ext uri="{FF2B5EF4-FFF2-40B4-BE49-F238E27FC236}">
                <a16:creationId xmlns:a16="http://schemas.microsoft.com/office/drawing/2014/main" id="{3DCAD3B4-F756-63D0-4350-7BFD657A9EAF}"/>
              </a:ext>
            </a:extLst>
          </p:cNvPr>
          <p:cNvSpPr>
            <a:spLocks noGrp="1"/>
          </p:cNvSpPr>
          <p:nvPr>
            <p:ph type="title" hasCustomPrompt="1"/>
          </p:nvPr>
        </p:nvSpPr>
        <p:spPr>
          <a:xfrm>
            <a:off x="831850" y="3223015"/>
            <a:ext cx="10127887" cy="840230"/>
          </a:xfrm>
        </p:spPr>
        <p:txBody>
          <a:bodyPr wrap="square" anchor="b">
            <a:spAutoFit/>
          </a:bodyPr>
          <a:lstStyle>
            <a:lvl1pPr>
              <a:defRPr sz="5400" b="1"/>
            </a:lvl1pPr>
          </a:lstStyle>
          <a:p>
            <a:r>
              <a:rPr lang="en-US"/>
              <a:t>XXXXXXX</a:t>
            </a:r>
            <a:endParaRPr lang="en-IN"/>
          </a:p>
        </p:txBody>
      </p:sp>
    </p:spTree>
    <p:extLst>
      <p:ext uri="{BB962C8B-B14F-4D97-AF65-F5344CB8AC3E}">
        <p14:creationId xmlns:p14="http://schemas.microsoft.com/office/powerpoint/2010/main" val="3924118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Google Shape;680;g13e947437ff_0_167">
            <a:extLst>
              <a:ext uri="{FF2B5EF4-FFF2-40B4-BE49-F238E27FC236}">
                <a16:creationId xmlns:a16="http://schemas.microsoft.com/office/drawing/2014/main" id="{6FCC0B81-2495-2D64-1FD8-59E5995C5764}"/>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Content Placeholder 2">
            <a:extLst>
              <a:ext uri="{FF2B5EF4-FFF2-40B4-BE49-F238E27FC236}">
                <a16:creationId xmlns:a16="http://schemas.microsoft.com/office/drawing/2014/main" id="{DE29671B-5A95-C3BA-5591-434844200FF7}"/>
              </a:ext>
            </a:extLst>
          </p:cNvPr>
          <p:cNvSpPr>
            <a:spLocks noGrp="1"/>
          </p:cNvSpPr>
          <p:nvPr>
            <p:ph sz="half" idx="1" hasCustomPrompt="1"/>
          </p:nvPr>
        </p:nvSpPr>
        <p:spPr>
          <a:xfrm>
            <a:off x="407999" y="1253331"/>
            <a:ext cx="518160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B90FD5-A370-B512-9EED-337D3B15F4F7}"/>
              </a:ext>
            </a:extLst>
          </p:cNvPr>
          <p:cNvSpPr>
            <a:spLocks noGrp="1"/>
          </p:cNvSpPr>
          <p:nvPr>
            <p:ph sz="half" idx="2" hasCustomPrompt="1"/>
          </p:nvPr>
        </p:nvSpPr>
        <p:spPr>
          <a:xfrm>
            <a:off x="6602400" y="1253331"/>
            <a:ext cx="5181600" cy="4351338"/>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Title 1">
            <a:extLst>
              <a:ext uri="{FF2B5EF4-FFF2-40B4-BE49-F238E27FC236}">
                <a16:creationId xmlns:a16="http://schemas.microsoft.com/office/drawing/2014/main" id="{F9C454C2-EB3F-4284-6DC2-90033D41D5F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002A995-2BF1-24DF-DDA2-C60DE203585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6" name="TextBox 5">
            <a:extLst>
              <a:ext uri="{FF2B5EF4-FFF2-40B4-BE49-F238E27FC236}">
                <a16:creationId xmlns:a16="http://schemas.microsoft.com/office/drawing/2014/main" id="{5493B1C2-ED0A-F90B-707F-DE6F75575537}"/>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7" name="TextBox 6">
            <a:extLst>
              <a:ext uri="{FF2B5EF4-FFF2-40B4-BE49-F238E27FC236}">
                <a16:creationId xmlns:a16="http://schemas.microsoft.com/office/drawing/2014/main" id="{4CE607B5-E5E3-1BE6-EDCB-61BC4C80C5C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0455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Google Shape;680;g13e947437ff_0_167">
            <a:extLst>
              <a:ext uri="{FF2B5EF4-FFF2-40B4-BE49-F238E27FC236}">
                <a16:creationId xmlns:a16="http://schemas.microsoft.com/office/drawing/2014/main" id="{33C63043-92D2-A639-0FB6-C1B4952CECD3}"/>
              </a:ext>
            </a:extLst>
          </p:cNvPr>
          <p:cNvSpPr/>
          <p:nvPr userDrawn="1"/>
        </p:nvSpPr>
        <p:spPr>
          <a:xfrm>
            <a:off x="6096000" y="0"/>
            <a:ext cx="6096000"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 name="Text Placeholder 2">
            <a:extLst>
              <a:ext uri="{FF2B5EF4-FFF2-40B4-BE49-F238E27FC236}">
                <a16:creationId xmlns:a16="http://schemas.microsoft.com/office/drawing/2014/main" id="{F9AC76C5-2056-9302-DB98-EE92746D0BD6}"/>
              </a:ext>
            </a:extLst>
          </p:cNvPr>
          <p:cNvSpPr>
            <a:spLocks noGrp="1"/>
          </p:cNvSpPr>
          <p:nvPr>
            <p:ph type="body" idx="1" hasCustomPrompt="1"/>
          </p:nvPr>
        </p:nvSpPr>
        <p:spPr>
          <a:xfrm>
            <a:off x="407999" y="1023047"/>
            <a:ext cx="5157787" cy="313932"/>
          </a:xfrm>
        </p:spPr>
        <p:txBody>
          <a:bodyPr anchor="b">
            <a:spAutoFit/>
          </a:bodyPr>
          <a:lstStyle>
            <a:lvl1pPr marL="0" indent="0">
              <a:buNone/>
              <a:defRPr sz="16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4" name="Content Placeholder 3">
            <a:extLst>
              <a:ext uri="{FF2B5EF4-FFF2-40B4-BE49-F238E27FC236}">
                <a16:creationId xmlns:a16="http://schemas.microsoft.com/office/drawing/2014/main" id="{56666678-0D8C-9738-8639-6B7E7D25D789}"/>
              </a:ext>
            </a:extLst>
          </p:cNvPr>
          <p:cNvSpPr>
            <a:spLocks noGrp="1"/>
          </p:cNvSpPr>
          <p:nvPr>
            <p:ph sz="half" idx="2" hasCustomPrompt="1"/>
          </p:nvPr>
        </p:nvSpPr>
        <p:spPr>
          <a:xfrm>
            <a:off x="407999" y="1402293"/>
            <a:ext cx="5157787" cy="4454361"/>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414514-0DE7-C709-8667-1AE93F71D645}"/>
              </a:ext>
            </a:extLst>
          </p:cNvPr>
          <p:cNvSpPr>
            <a:spLocks noGrp="1"/>
          </p:cNvSpPr>
          <p:nvPr>
            <p:ph type="body" sz="quarter" idx="3" hasCustomPrompt="1"/>
          </p:nvPr>
        </p:nvSpPr>
        <p:spPr>
          <a:xfrm>
            <a:off x="6600809" y="1023047"/>
            <a:ext cx="5183188" cy="313932"/>
          </a:xfrm>
        </p:spPr>
        <p:txBody>
          <a:bodyPr anchor="b">
            <a:spAutoFit/>
          </a:bodyPr>
          <a:lstStyle>
            <a:lvl1pPr marL="0" indent="0">
              <a:buNone/>
              <a:defRPr sz="1600" b="1">
                <a:solidFill>
                  <a:schemeClr val="tx2">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err="1"/>
              <a:t>Xxxxx</a:t>
            </a:r>
            <a:endParaRPr lang="en-US"/>
          </a:p>
        </p:txBody>
      </p:sp>
      <p:sp>
        <p:nvSpPr>
          <p:cNvPr id="6" name="Content Placeholder 5">
            <a:extLst>
              <a:ext uri="{FF2B5EF4-FFF2-40B4-BE49-F238E27FC236}">
                <a16:creationId xmlns:a16="http://schemas.microsoft.com/office/drawing/2014/main" id="{7F13FC6D-CC1E-3314-ABFB-173FF51B0D11}"/>
              </a:ext>
            </a:extLst>
          </p:cNvPr>
          <p:cNvSpPr>
            <a:spLocks noGrp="1"/>
          </p:cNvSpPr>
          <p:nvPr>
            <p:ph sz="quarter" idx="4" hasCustomPrompt="1"/>
          </p:nvPr>
        </p:nvSpPr>
        <p:spPr>
          <a:xfrm>
            <a:off x="6600809" y="1402293"/>
            <a:ext cx="5183188" cy="4454361"/>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Title 1">
            <a:extLst>
              <a:ext uri="{FF2B5EF4-FFF2-40B4-BE49-F238E27FC236}">
                <a16:creationId xmlns:a16="http://schemas.microsoft.com/office/drawing/2014/main" id="{B7B262B8-E443-D6A1-FCB9-21A2292D169D}"/>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119916E1-DF9A-BF45-9C97-E8B6FA6D09B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 name="TextBox 7">
            <a:extLst>
              <a:ext uri="{FF2B5EF4-FFF2-40B4-BE49-F238E27FC236}">
                <a16:creationId xmlns:a16="http://schemas.microsoft.com/office/drawing/2014/main" id="{1F3B9AA0-A4B4-CEF6-8A76-04DE3BAB3630}"/>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9" name="TextBox 6">
            <a:extLst>
              <a:ext uri="{FF2B5EF4-FFF2-40B4-BE49-F238E27FC236}">
                <a16:creationId xmlns:a16="http://schemas.microsoft.com/office/drawing/2014/main" id="{B6DCFA7B-941E-7710-967E-6F98A2E1367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413866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407999" y="350894"/>
            <a:ext cx="11375999" cy="369332"/>
          </a:xfrm>
        </p:spPr>
        <p:txBody>
          <a:bodyPr wrap="square" anchor="t">
            <a:spAutoFit/>
          </a:bodyPr>
          <a:lstStyle>
            <a:lvl1pPr>
              <a:defRPr sz="2000" b="1"/>
            </a:lvl1pPr>
          </a:lstStyle>
          <a:p>
            <a:r>
              <a:rPr lang="en-US" err="1"/>
              <a:t>Xxxxxxxxx</a:t>
            </a:r>
            <a:endParaRPr lang="en-IN"/>
          </a:p>
        </p:txBody>
      </p:sp>
      <p:sp>
        <p:nvSpPr>
          <p:cNvPr id="10" name="Text Placeholder 19">
            <a:extLst>
              <a:ext uri="{FF2B5EF4-FFF2-40B4-BE49-F238E27FC236}">
                <a16:creationId xmlns:a16="http://schemas.microsoft.com/office/drawing/2014/main" id="{032FD568-EC45-D79B-10B2-30E084B4F11B}"/>
              </a:ext>
            </a:extLst>
          </p:cNvPr>
          <p:cNvSpPr>
            <a:spLocks noGrp="1"/>
          </p:cNvSpPr>
          <p:nvPr>
            <p:ph type="body" sz="quarter" idx="10" hasCustomPrompt="1"/>
          </p:nvPr>
        </p:nvSpPr>
        <p:spPr>
          <a:xfrm>
            <a:off x="407987" y="747405"/>
            <a:ext cx="11376025" cy="286232"/>
          </a:xfrm>
        </p:spPr>
        <p:txBody>
          <a:bodyPr>
            <a:spAutoFit/>
          </a:bodyPr>
          <a:lstStyle>
            <a:lvl1pPr marL="0" indent="0">
              <a:buNone/>
              <a:defRPr sz="1400">
                <a:solidFill>
                  <a:schemeClr val="tx1"/>
                </a:solidFill>
              </a:defRPr>
            </a:lvl1pPr>
          </a:lstStyle>
          <a:p>
            <a:pPr lvl="0"/>
            <a:r>
              <a:rPr lang="en-US" err="1"/>
              <a:t>Xxxxxxx</a:t>
            </a:r>
            <a:endParaRPr lang="en-IN"/>
          </a:p>
        </p:txBody>
      </p:sp>
      <p:pic>
        <p:nvPicPr>
          <p:cNvPr id="3" name="Graphic 2">
            <a:extLst>
              <a:ext uri="{FF2B5EF4-FFF2-40B4-BE49-F238E27FC236}">
                <a16:creationId xmlns:a16="http://schemas.microsoft.com/office/drawing/2014/main" id="{B71A030A-72A3-C948-EF3C-2AAB1BDBD58F}"/>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5" name="TextBox 4">
            <a:extLst>
              <a:ext uri="{FF2B5EF4-FFF2-40B4-BE49-F238E27FC236}">
                <a16:creationId xmlns:a16="http://schemas.microsoft.com/office/drawing/2014/main" id="{73D985EC-FDEC-6DCF-4181-0933387928B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2B47C2B5-1C5F-EBA3-5B5D-315E48F8BCB7}"/>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68797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45D35BA-B8FE-A033-36D0-477A319926C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4" name="TextBox 3">
            <a:extLst>
              <a:ext uri="{FF2B5EF4-FFF2-40B4-BE49-F238E27FC236}">
                <a16:creationId xmlns:a16="http://schemas.microsoft.com/office/drawing/2014/main" id="{41BCE4F9-E57E-A6AE-C077-CC84CD8937A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5" name="TextBox 6">
            <a:extLst>
              <a:ext uri="{FF2B5EF4-FFF2-40B4-BE49-F238E27FC236}">
                <a16:creationId xmlns:a16="http://schemas.microsoft.com/office/drawing/2014/main" id="{B13D716A-49AC-6DF5-06E2-7E6F3E44340A}"/>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36361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834E3211-F8B3-C8B1-985C-497C6421020D}"/>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DBC270F3-619F-D5A4-5856-2ED711B7FA58}"/>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 name="Title 1">
            <a:extLst>
              <a:ext uri="{FF2B5EF4-FFF2-40B4-BE49-F238E27FC236}">
                <a16:creationId xmlns:a16="http://schemas.microsoft.com/office/drawing/2014/main" id="{8B725B1C-D27E-1C17-9C39-BDB3984349EC}"/>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3" name="Content Placeholder 2">
            <a:extLst>
              <a:ext uri="{FF2B5EF4-FFF2-40B4-BE49-F238E27FC236}">
                <a16:creationId xmlns:a16="http://schemas.microsoft.com/office/drawing/2014/main" id="{372C4582-85BF-182E-A8F5-8FF32816CF39}"/>
              </a:ext>
            </a:extLst>
          </p:cNvPr>
          <p:cNvSpPr>
            <a:spLocks noGrp="1"/>
          </p:cNvSpPr>
          <p:nvPr>
            <p:ph idx="1" hasCustomPrompt="1"/>
          </p:nvPr>
        </p:nvSpPr>
        <p:spPr>
          <a:xfrm>
            <a:off x="5439761" y="1263196"/>
            <a:ext cx="6172200" cy="4873625"/>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7BA40C-A466-9A99-FE41-7B0B45B95D54}"/>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5" name="Graphic 4">
            <a:extLst>
              <a:ext uri="{FF2B5EF4-FFF2-40B4-BE49-F238E27FC236}">
                <a16:creationId xmlns:a16="http://schemas.microsoft.com/office/drawing/2014/main" id="{D4A29FE6-B54C-AAB7-CD5F-48C412D382F0}"/>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7" name="TextBox 6">
            <a:extLst>
              <a:ext uri="{FF2B5EF4-FFF2-40B4-BE49-F238E27FC236}">
                <a16:creationId xmlns:a16="http://schemas.microsoft.com/office/drawing/2014/main" id="{1B9EE0D8-E726-F445-C878-50CA06EF7655}"/>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10" name="TextBox 6">
            <a:extLst>
              <a:ext uri="{FF2B5EF4-FFF2-40B4-BE49-F238E27FC236}">
                <a16:creationId xmlns:a16="http://schemas.microsoft.com/office/drawing/2014/main" id="{2A512050-34AE-374B-F415-74763EDBB04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881971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Google Shape;266;p54">
            <a:extLst>
              <a:ext uri="{FF2B5EF4-FFF2-40B4-BE49-F238E27FC236}">
                <a16:creationId xmlns:a16="http://schemas.microsoft.com/office/drawing/2014/main" id="{A49D7C88-88EC-858A-AE1E-55F7F77985F3}"/>
              </a:ext>
            </a:extLst>
          </p:cNvPr>
          <p:cNvSpPr/>
          <p:nvPr userDrawn="1"/>
        </p:nvSpPr>
        <p:spPr>
          <a:xfrm>
            <a:off x="-3497" y="0"/>
            <a:ext cx="5227467" cy="6858000"/>
          </a:xfrm>
          <a:prstGeom prst="rect">
            <a:avLst/>
          </a:prstGeom>
          <a:solidFill>
            <a:srgbClr val="00446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270;p54">
            <a:extLst>
              <a:ext uri="{FF2B5EF4-FFF2-40B4-BE49-F238E27FC236}">
                <a16:creationId xmlns:a16="http://schemas.microsoft.com/office/drawing/2014/main" id="{205B5E3E-7B1F-0986-F5D5-E2BF7E1133F1}"/>
              </a:ext>
            </a:extLst>
          </p:cNvPr>
          <p:cNvSpPr/>
          <p:nvPr userDrawn="1"/>
        </p:nvSpPr>
        <p:spPr>
          <a:xfrm>
            <a:off x="3666139" y="987151"/>
            <a:ext cx="4859722" cy="45719"/>
          </a:xfrm>
          <a:prstGeom prst="rect">
            <a:avLst/>
          </a:prstGeom>
          <a:solidFill>
            <a:srgbClr val="C98B2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 name="Title 1">
            <a:extLst>
              <a:ext uri="{FF2B5EF4-FFF2-40B4-BE49-F238E27FC236}">
                <a16:creationId xmlns:a16="http://schemas.microsoft.com/office/drawing/2014/main" id="{94B683DC-4DFE-AA23-EDF5-44654CFB5EB1}"/>
              </a:ext>
            </a:extLst>
          </p:cNvPr>
          <p:cNvSpPr>
            <a:spLocks noGrp="1"/>
          </p:cNvSpPr>
          <p:nvPr>
            <p:ph type="title" hasCustomPrompt="1"/>
          </p:nvPr>
        </p:nvSpPr>
        <p:spPr>
          <a:xfrm>
            <a:off x="839788" y="1545135"/>
            <a:ext cx="3932237" cy="1600200"/>
          </a:xfrm>
        </p:spPr>
        <p:txBody>
          <a:bodyPr anchor="b">
            <a:normAutofit/>
          </a:bodyPr>
          <a:lstStyle>
            <a:lvl1pPr>
              <a:defRPr sz="2800" b="1">
                <a:solidFill>
                  <a:schemeClr val="bg1"/>
                </a:solidFill>
              </a:defRPr>
            </a:lvl1pPr>
          </a:lstStyle>
          <a:p>
            <a:r>
              <a:rPr lang="en-US" err="1"/>
              <a:t>Xxxxxxx</a:t>
            </a:r>
            <a:endParaRPr lang="en-IN"/>
          </a:p>
        </p:txBody>
      </p:sp>
      <p:sp>
        <p:nvSpPr>
          <p:cNvPr id="11" name="Content Placeholder 2">
            <a:extLst>
              <a:ext uri="{FF2B5EF4-FFF2-40B4-BE49-F238E27FC236}">
                <a16:creationId xmlns:a16="http://schemas.microsoft.com/office/drawing/2014/main" id="{452E8B5E-605A-255D-E3F5-820437D88997}"/>
              </a:ext>
            </a:extLst>
          </p:cNvPr>
          <p:cNvSpPr>
            <a:spLocks noGrp="1"/>
          </p:cNvSpPr>
          <p:nvPr>
            <p:ph idx="1" hasCustomPrompt="1"/>
          </p:nvPr>
        </p:nvSpPr>
        <p:spPr>
          <a:xfrm>
            <a:off x="5439761" y="1263196"/>
            <a:ext cx="6172200" cy="4873625"/>
          </a:xfrm>
        </p:spPr>
        <p:txBody>
          <a:bodyPr>
            <a:normAutofit/>
          </a:bodyPr>
          <a:lstStyle>
            <a:lvl1pPr marL="0" indent="0">
              <a:buNone/>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IN"/>
              <a:t>Add image/illustration</a:t>
            </a:r>
          </a:p>
        </p:txBody>
      </p:sp>
      <p:sp>
        <p:nvSpPr>
          <p:cNvPr id="12" name="Text Placeholder 3">
            <a:extLst>
              <a:ext uri="{FF2B5EF4-FFF2-40B4-BE49-F238E27FC236}">
                <a16:creationId xmlns:a16="http://schemas.microsoft.com/office/drawing/2014/main" id="{14EAD8E2-450C-80BA-CEC8-ABCA13D5A78E}"/>
              </a:ext>
            </a:extLst>
          </p:cNvPr>
          <p:cNvSpPr>
            <a:spLocks noGrp="1"/>
          </p:cNvSpPr>
          <p:nvPr>
            <p:ph type="body" sz="half" idx="2" hasCustomPrompt="1"/>
          </p:nvPr>
        </p:nvSpPr>
        <p:spPr>
          <a:xfrm>
            <a:off x="839788" y="3236686"/>
            <a:ext cx="3932237" cy="2632302"/>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err="1"/>
              <a:t>Xxxxx</a:t>
            </a:r>
            <a:endParaRPr lang="en-US"/>
          </a:p>
        </p:txBody>
      </p:sp>
      <p:pic>
        <p:nvPicPr>
          <p:cNvPr id="2" name="Graphic 1">
            <a:extLst>
              <a:ext uri="{FF2B5EF4-FFF2-40B4-BE49-F238E27FC236}">
                <a16:creationId xmlns:a16="http://schemas.microsoft.com/office/drawing/2014/main" id="{EFF5E7F3-3B15-2F53-20DA-CBA8643231E2}"/>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F4C35B1B-FDA2-B31B-8602-26C4E687D4B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8EA81794-3A6C-E52D-6756-91900036ECE2}"/>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106034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and 1 Picture">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6203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p:cNvSpPr>
            <a:spLocks noGrp="1"/>
          </p:cNvSpPr>
          <p:nvPr>
            <p:ph sz="half" idx="17" hasCustomPrompt="1"/>
          </p:nvPr>
        </p:nvSpPr>
        <p:spPr>
          <a:xfrm>
            <a:off x="6204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0" name="Content Placeholder 2">
            <a:extLst>
              <a:ext uri="{FF2B5EF4-FFF2-40B4-BE49-F238E27FC236}">
                <a16:creationId xmlns:a16="http://schemas.microsoft.com/office/drawing/2014/main" id="{BF0F5B24-06EC-F1C7-D258-EB98ACEFD113}"/>
              </a:ext>
            </a:extLst>
          </p:cNvPr>
          <p:cNvSpPr>
            <a:spLocks noGrp="1"/>
          </p:cNvSpPr>
          <p:nvPr>
            <p:ph sz="half" idx="1" hasCustomPrompt="1"/>
          </p:nvPr>
        </p:nvSpPr>
        <p:spPr>
          <a:xfrm>
            <a:off x="407998"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itle 1">
            <a:extLst>
              <a:ext uri="{FF2B5EF4-FFF2-40B4-BE49-F238E27FC236}">
                <a16:creationId xmlns:a16="http://schemas.microsoft.com/office/drawing/2014/main" id="{DA955A9F-3B7E-1274-B9C9-2C46E065A071}"/>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2EFE8D9A-CA45-CE5A-CFAE-0579BA2E534D}"/>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896466C4-632D-6759-0997-7D93C92690F8}"/>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5A22458-A858-F1D0-E8D1-DE9DE66C8ED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532211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and Big Statem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E8988E4-A713-1E7C-9657-94CBCBACD54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7" name="Content Placeholder 2">
            <a:extLst>
              <a:ext uri="{FF2B5EF4-FFF2-40B4-BE49-F238E27FC236}">
                <a16:creationId xmlns:a16="http://schemas.microsoft.com/office/drawing/2014/main" id="{5F4F39A7-5228-A06D-FABC-DAB0AD602076}"/>
              </a:ext>
            </a:extLst>
          </p:cNvPr>
          <p:cNvSpPr>
            <a:spLocks noGrp="1"/>
          </p:cNvSpPr>
          <p:nvPr>
            <p:ph sz="half" idx="1" hasCustomPrompt="1"/>
          </p:nvPr>
        </p:nvSpPr>
        <p:spPr>
          <a:xfrm>
            <a:off x="6204000" y="1227206"/>
            <a:ext cx="5580000" cy="455660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7">
            <a:extLst>
              <a:ext uri="{FF2B5EF4-FFF2-40B4-BE49-F238E27FC236}">
                <a16:creationId xmlns:a16="http://schemas.microsoft.com/office/drawing/2014/main" id="{E1539A8D-5741-0ACF-3CDB-538CB97D9257}"/>
              </a:ext>
            </a:extLst>
          </p:cNvPr>
          <p:cNvSpPr>
            <a:spLocks noGrp="1"/>
          </p:cNvSpPr>
          <p:nvPr>
            <p:ph type="body" sz="quarter" idx="13" hasCustomPrompt="1"/>
          </p:nvPr>
        </p:nvSpPr>
        <p:spPr>
          <a:xfrm>
            <a:off x="407999" y="5373280"/>
            <a:ext cx="5579999"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1" name="Content Placeholder 2">
            <a:extLst>
              <a:ext uri="{FF2B5EF4-FFF2-40B4-BE49-F238E27FC236}">
                <a16:creationId xmlns:a16="http://schemas.microsoft.com/office/drawing/2014/main" id="{201A69EE-FE76-0FA2-79CB-9E04A0984E0C}"/>
              </a:ext>
            </a:extLst>
          </p:cNvPr>
          <p:cNvSpPr>
            <a:spLocks noGrp="1"/>
          </p:cNvSpPr>
          <p:nvPr>
            <p:ph sz="half" idx="17" hasCustomPrompt="1"/>
          </p:nvPr>
        </p:nvSpPr>
        <p:spPr>
          <a:xfrm>
            <a:off x="408000" y="1227206"/>
            <a:ext cx="558000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pic>
        <p:nvPicPr>
          <p:cNvPr id="2" name="Graphic 1">
            <a:extLst>
              <a:ext uri="{FF2B5EF4-FFF2-40B4-BE49-F238E27FC236}">
                <a16:creationId xmlns:a16="http://schemas.microsoft.com/office/drawing/2014/main" id="{6F92F8D9-6E29-B67E-3453-784043DB9F75}"/>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9A9E4B09-7879-847A-8442-87C316206FBF}"/>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EEB46250-4289-542C-AB53-D55C720D92E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2519345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1 Picture">
    <p:spTree>
      <p:nvGrpSpPr>
        <p:cNvPr id="1" name=""/>
        <p:cNvGrpSpPr/>
        <p:nvPr/>
      </p:nvGrpSpPr>
      <p:grpSpPr>
        <a:xfrm>
          <a:off x="0" y="0"/>
          <a:ext cx="0" cy="0"/>
          <a:chOff x="0" y="0"/>
          <a:chExt cx="0" cy="0"/>
        </a:xfrm>
      </p:grpSpPr>
      <p:sp>
        <p:nvSpPr>
          <p:cNvPr id="6" name="Text Placeholder 7"/>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8" name="Text Placeholder 7"/>
          <p:cNvSpPr>
            <a:spLocks noGrp="1"/>
          </p:cNvSpPr>
          <p:nvPr>
            <p:ph type="body" sz="quarter" idx="13" hasCustomPrompt="1"/>
          </p:nvPr>
        </p:nvSpPr>
        <p:spPr>
          <a:xfrm>
            <a:off x="914400" y="5267298"/>
            <a:ext cx="1036320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9" name="Content Placeholder 2"/>
          <p:cNvSpPr>
            <a:spLocks noGrp="1"/>
          </p:cNvSpPr>
          <p:nvPr>
            <p:ph sz="half" idx="17" hasCustomPrompt="1"/>
          </p:nvPr>
        </p:nvSpPr>
        <p:spPr>
          <a:xfrm>
            <a:off x="914400" y="1701137"/>
            <a:ext cx="1036320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itle 1">
            <a:extLst>
              <a:ext uri="{FF2B5EF4-FFF2-40B4-BE49-F238E27FC236}">
                <a16:creationId xmlns:a16="http://schemas.microsoft.com/office/drawing/2014/main" id="{EE122013-1287-16F7-6810-F427C62910E8}"/>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3FC7B0C0-565F-7E5A-32F7-B3C371ACD8B6}"/>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0695FB9B-7080-DC07-46C7-9650D37BCDA4}"/>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C082905B-DF8F-0665-3018-F39C8651C006}"/>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1597074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2 Pictures">
    <p:spTree>
      <p:nvGrpSpPr>
        <p:cNvPr id="1" name=""/>
        <p:cNvGrpSpPr/>
        <p:nvPr/>
      </p:nvGrpSpPr>
      <p:grpSpPr>
        <a:xfrm>
          <a:off x="0" y="0"/>
          <a:ext cx="0" cy="0"/>
          <a:chOff x="0" y="0"/>
          <a:chExt cx="0" cy="0"/>
        </a:xfrm>
      </p:grpSpPr>
      <p:sp>
        <p:nvSpPr>
          <p:cNvPr id="12" name="Text Placeholder 7"/>
          <p:cNvSpPr>
            <a:spLocks noGrp="1"/>
          </p:cNvSpPr>
          <p:nvPr>
            <p:ph type="body" sz="quarter" idx="13" hasCustomPrompt="1"/>
          </p:nvPr>
        </p:nvSpPr>
        <p:spPr>
          <a:xfrm>
            <a:off x="91440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3" name="Text Placeholder 7"/>
          <p:cNvSpPr>
            <a:spLocks noGrp="1"/>
          </p:cNvSpPr>
          <p:nvPr>
            <p:ph type="body" sz="quarter" idx="15" hasCustomPrompt="1"/>
          </p:nvPr>
        </p:nvSpPr>
        <p:spPr>
          <a:xfrm>
            <a:off x="6217920" y="5267298"/>
            <a:ext cx="505968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4" name="Content Placeholder 2"/>
          <p:cNvSpPr>
            <a:spLocks noGrp="1"/>
          </p:cNvSpPr>
          <p:nvPr>
            <p:ph sz="half" idx="18" hasCustomPrompt="1"/>
          </p:nvPr>
        </p:nvSpPr>
        <p:spPr>
          <a:xfrm>
            <a:off x="91440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15" name="Content Placeholder 2"/>
          <p:cNvSpPr>
            <a:spLocks noGrp="1"/>
          </p:cNvSpPr>
          <p:nvPr>
            <p:ph sz="half" idx="19" hasCustomPrompt="1"/>
          </p:nvPr>
        </p:nvSpPr>
        <p:spPr>
          <a:xfrm>
            <a:off x="6217920" y="1701137"/>
            <a:ext cx="50596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02BD3B96-B436-19E7-26A3-3991090528CA}"/>
              </a:ext>
            </a:extLst>
          </p:cNvPr>
          <p:cNvSpPr>
            <a:spLocks noGrp="1"/>
          </p:cNvSpPr>
          <p:nvPr>
            <p:ph type="body" sz="quarter" idx="12" hasCustomPrompt="1"/>
          </p:nvPr>
        </p:nvSpPr>
        <p:spPr>
          <a:xfrm>
            <a:off x="914400" y="1295764"/>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E59D5DEC-EB56-4991-2596-101C18040C7E}"/>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pic>
        <p:nvPicPr>
          <p:cNvPr id="2" name="Graphic 1">
            <a:extLst>
              <a:ext uri="{FF2B5EF4-FFF2-40B4-BE49-F238E27FC236}">
                <a16:creationId xmlns:a16="http://schemas.microsoft.com/office/drawing/2014/main" id="{7E972919-84FB-E8B7-3BD8-DDFA9C56532E}"/>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3" name="TextBox 2">
            <a:extLst>
              <a:ext uri="{FF2B5EF4-FFF2-40B4-BE49-F238E27FC236}">
                <a16:creationId xmlns:a16="http://schemas.microsoft.com/office/drawing/2014/main" id="{68DABDA1-8276-7E9E-EB1F-77C22FCE352A}"/>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4" name="TextBox 6">
            <a:extLst>
              <a:ext uri="{FF2B5EF4-FFF2-40B4-BE49-F238E27FC236}">
                <a16:creationId xmlns:a16="http://schemas.microsoft.com/office/drawing/2014/main" id="{46C7AFCE-5353-FB0A-6FE8-83E7A20AD79F}"/>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3904870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3 Pictures">
    <p:spTree>
      <p:nvGrpSpPr>
        <p:cNvPr id="1" name=""/>
        <p:cNvGrpSpPr/>
        <p:nvPr/>
      </p:nvGrpSpPr>
      <p:grpSpPr>
        <a:xfrm>
          <a:off x="0" y="0"/>
          <a:ext cx="0" cy="0"/>
          <a:chOff x="0" y="0"/>
          <a:chExt cx="0" cy="0"/>
        </a:xfrm>
      </p:grpSpPr>
      <p:sp>
        <p:nvSpPr>
          <p:cNvPr id="16" name="Text Placeholder 7"/>
          <p:cNvSpPr>
            <a:spLocks noGrp="1"/>
          </p:cNvSpPr>
          <p:nvPr>
            <p:ph type="body" sz="quarter" idx="13" hasCustomPrompt="1"/>
          </p:nvPr>
        </p:nvSpPr>
        <p:spPr>
          <a:xfrm>
            <a:off x="91440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7" name="Text Placeholder 7"/>
          <p:cNvSpPr>
            <a:spLocks noGrp="1"/>
          </p:cNvSpPr>
          <p:nvPr>
            <p:ph type="body" sz="quarter" idx="18" hasCustomPrompt="1"/>
          </p:nvPr>
        </p:nvSpPr>
        <p:spPr>
          <a:xfrm>
            <a:off x="445008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8" name="Text Placeholder 7"/>
          <p:cNvSpPr>
            <a:spLocks noGrp="1"/>
          </p:cNvSpPr>
          <p:nvPr>
            <p:ph type="body" sz="quarter" idx="19" hasCustomPrompt="1"/>
          </p:nvPr>
        </p:nvSpPr>
        <p:spPr>
          <a:xfrm>
            <a:off x="7985760" y="5271246"/>
            <a:ext cx="3291840" cy="410528"/>
          </a:xfrm>
        </p:spPr>
        <p:txBody>
          <a:bodyPr anchor="t" anchorCtr="0">
            <a:noAutofit/>
          </a:bodyPr>
          <a:lstStyle>
            <a:lvl1pPr marL="0" indent="0">
              <a:spcBef>
                <a:spcPts val="0"/>
              </a:spcBef>
              <a:buFont typeface="Arial"/>
              <a:buNone/>
              <a:defRPr sz="1200" b="1" baseline="0">
                <a:solidFill>
                  <a:schemeClr val="bg2">
                    <a:lumMod val="25000"/>
                  </a:schemeClr>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a:t>Optional picture caption</a:t>
            </a:r>
          </a:p>
        </p:txBody>
      </p:sp>
      <p:sp>
        <p:nvSpPr>
          <p:cNvPr id="19" name="Content Placeholder 2"/>
          <p:cNvSpPr>
            <a:spLocks noGrp="1"/>
          </p:cNvSpPr>
          <p:nvPr>
            <p:ph sz="half" idx="22" hasCustomPrompt="1"/>
          </p:nvPr>
        </p:nvSpPr>
        <p:spPr>
          <a:xfrm>
            <a:off x="91440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0" name="Content Placeholder 2"/>
          <p:cNvSpPr>
            <a:spLocks noGrp="1"/>
          </p:cNvSpPr>
          <p:nvPr>
            <p:ph sz="half" idx="23" hasCustomPrompt="1"/>
          </p:nvPr>
        </p:nvSpPr>
        <p:spPr>
          <a:xfrm>
            <a:off x="445008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21" name="Content Placeholder 2"/>
          <p:cNvSpPr>
            <a:spLocks noGrp="1"/>
          </p:cNvSpPr>
          <p:nvPr>
            <p:ph sz="half" idx="24" hasCustomPrompt="1"/>
          </p:nvPr>
        </p:nvSpPr>
        <p:spPr>
          <a:xfrm>
            <a:off x="7985760" y="1705085"/>
            <a:ext cx="329184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a:t>Insert picture. Get approved pictures at http://</a:t>
            </a:r>
            <a:r>
              <a:rPr lang="en-US" err="1"/>
              <a:t>www.novartisbrandlab.com</a:t>
            </a:r>
            <a:r>
              <a:rPr lang="en-US"/>
              <a:t>/resources/library</a:t>
            </a:r>
          </a:p>
        </p:txBody>
      </p:sp>
      <p:sp>
        <p:nvSpPr>
          <p:cNvPr id="5" name="Text Placeholder 7">
            <a:extLst>
              <a:ext uri="{FF2B5EF4-FFF2-40B4-BE49-F238E27FC236}">
                <a16:creationId xmlns:a16="http://schemas.microsoft.com/office/drawing/2014/main" id="{D76D2AF0-2C0B-38EA-5BA9-58EB2F9B6167}"/>
              </a:ext>
            </a:extLst>
          </p:cNvPr>
          <p:cNvSpPr>
            <a:spLocks noGrp="1"/>
          </p:cNvSpPr>
          <p:nvPr>
            <p:ph type="body" sz="quarter" idx="12" hasCustomPrompt="1"/>
          </p:nvPr>
        </p:nvSpPr>
        <p:spPr>
          <a:xfrm>
            <a:off x="914400" y="1291817"/>
            <a:ext cx="10363200" cy="313932"/>
          </a:xfrm>
        </p:spPr>
        <p:txBody>
          <a:bodyPr anchor="t" anchorCtr="0">
            <a:spAutoFit/>
          </a:bodyPr>
          <a:lstStyle>
            <a:lvl1pPr marL="0" indent="0">
              <a:spcBef>
                <a:spcPts val="0"/>
              </a:spcBef>
              <a:buFont typeface="Arial"/>
              <a:buNone/>
              <a:defRPr sz="1600" b="1" baseline="0">
                <a:solidFill>
                  <a:schemeClr val="tx2"/>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a:t>Optional picture title</a:t>
            </a:r>
          </a:p>
        </p:txBody>
      </p:sp>
      <p:sp>
        <p:nvSpPr>
          <p:cNvPr id="6" name="Title 1">
            <a:extLst>
              <a:ext uri="{FF2B5EF4-FFF2-40B4-BE49-F238E27FC236}">
                <a16:creationId xmlns:a16="http://schemas.microsoft.com/office/drawing/2014/main" id="{2EBE7800-A283-DE2B-FFC5-0EA0FDA6E1E6}"/>
              </a:ext>
            </a:extLst>
          </p:cNvPr>
          <p:cNvSpPr>
            <a:spLocks noGrp="1"/>
          </p:cNvSpPr>
          <p:nvPr>
            <p:ph type="title" hasCustomPrompt="1"/>
          </p:nvPr>
        </p:nvSpPr>
        <p:spPr>
          <a:xfrm>
            <a:off x="408000" y="350894"/>
            <a:ext cx="11376000" cy="369332"/>
          </a:xfrm>
        </p:spPr>
        <p:txBody>
          <a:bodyPr wrap="square" anchor="t">
            <a:spAutoFit/>
          </a:bodyPr>
          <a:lstStyle>
            <a:lvl1pPr>
              <a:defRPr sz="2000" b="1"/>
            </a:lvl1pPr>
          </a:lstStyle>
          <a:p>
            <a:r>
              <a:rPr lang="en-US" err="1"/>
              <a:t>Xxxxxxxxx</a:t>
            </a:r>
            <a:endParaRPr lang="en-IN"/>
          </a:p>
        </p:txBody>
      </p:sp>
      <p:sp>
        <p:nvSpPr>
          <p:cNvPr id="2" name="TextBox 1">
            <a:extLst>
              <a:ext uri="{FF2B5EF4-FFF2-40B4-BE49-F238E27FC236}">
                <a16:creationId xmlns:a16="http://schemas.microsoft.com/office/drawing/2014/main" id="{4C881EEF-8145-0EB4-8B31-5B8B95B5BFCD}"/>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3" name="TextBox 6">
            <a:extLst>
              <a:ext uri="{FF2B5EF4-FFF2-40B4-BE49-F238E27FC236}">
                <a16:creationId xmlns:a16="http://schemas.microsoft.com/office/drawing/2014/main" id="{DF72C68C-95FE-D6ED-C4A9-54CAFCADAABC}"/>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4" name="Graphic 3">
            <a:extLst>
              <a:ext uri="{FF2B5EF4-FFF2-40B4-BE49-F238E27FC236}">
                <a16:creationId xmlns:a16="http://schemas.microsoft.com/office/drawing/2014/main" id="{DCCFF2FA-AF78-D917-7D12-DFEE85E0C1A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2399055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Image and Title">
    <p:spTree>
      <p:nvGrpSpPr>
        <p:cNvPr id="1" name=""/>
        <p:cNvGrpSpPr/>
        <p:nvPr/>
      </p:nvGrpSpPr>
      <p:grpSpPr>
        <a:xfrm>
          <a:off x="0" y="0"/>
          <a:ext cx="0" cy="0"/>
          <a:chOff x="0" y="0"/>
          <a:chExt cx="0" cy="0"/>
        </a:xfrm>
      </p:grpSpPr>
      <p:sp>
        <p:nvSpPr>
          <p:cNvPr id="7" name="Google Shape;266;p54">
            <a:extLst>
              <a:ext uri="{FF2B5EF4-FFF2-40B4-BE49-F238E27FC236}">
                <a16:creationId xmlns:a16="http://schemas.microsoft.com/office/drawing/2014/main" id="{ABF0642C-8EA4-935D-E897-30BE0976D9FF}"/>
              </a:ext>
            </a:extLst>
          </p:cNvPr>
          <p:cNvSpPr/>
          <p:nvPr userDrawn="1"/>
        </p:nvSpPr>
        <p:spPr>
          <a:xfrm rot="16200000" flipH="1">
            <a:off x="5043620" y="-78298"/>
            <a:ext cx="5981702" cy="7014601"/>
          </a:xfrm>
          <a:prstGeom prst="snip2SameRect">
            <a:avLst>
              <a:gd name="adj1" fmla="val 16320"/>
              <a:gd name="adj2" fmla="val 0"/>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8" name="Google Shape;266;p54">
            <a:extLst>
              <a:ext uri="{FF2B5EF4-FFF2-40B4-BE49-F238E27FC236}">
                <a16:creationId xmlns:a16="http://schemas.microsoft.com/office/drawing/2014/main" id="{AAF2ECA1-3D63-E45B-BDCC-2859A8D05A22}"/>
              </a:ext>
            </a:extLst>
          </p:cNvPr>
          <p:cNvSpPr/>
          <p:nvPr userDrawn="1"/>
        </p:nvSpPr>
        <p:spPr>
          <a:xfrm rot="16200000" flipH="1">
            <a:off x="5890450" y="556846"/>
            <a:ext cx="6858002" cy="5744311"/>
          </a:xfrm>
          <a:prstGeom prst="snip2SameRect">
            <a:avLst>
              <a:gd name="adj1" fmla="val 19288"/>
              <a:gd name="adj2" fmla="val 0"/>
            </a:avLst>
          </a:prstGeom>
          <a:solidFill>
            <a:schemeClr val="tx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9" name="Google Shape;335;p9">
            <a:extLst>
              <a:ext uri="{FF2B5EF4-FFF2-40B4-BE49-F238E27FC236}">
                <a16:creationId xmlns:a16="http://schemas.microsoft.com/office/drawing/2014/main" id="{A24423DC-1ED4-CCD8-DDE5-5C665DDEF09F}"/>
              </a:ext>
            </a:extLst>
          </p:cNvPr>
          <p:cNvSpPr/>
          <p:nvPr userDrawn="1"/>
        </p:nvSpPr>
        <p:spPr>
          <a:xfrm>
            <a:off x="12049904" y="0"/>
            <a:ext cx="141701" cy="6858000"/>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1200" cap="none" spc="0" normalizeH="0" baseline="0" noProof="0">
              <a:ln>
                <a:noFill/>
              </a:ln>
              <a:solidFill>
                <a:srgbClr val="FFFFFF"/>
              </a:solidFill>
              <a:effectLst/>
              <a:uLnTx/>
              <a:uFillTx/>
              <a:latin typeface="Roboto"/>
              <a:ea typeface="Roboto"/>
              <a:cs typeface="Roboto"/>
              <a:sym typeface="Roboto"/>
            </a:endParaRPr>
          </a:p>
        </p:txBody>
      </p:sp>
      <p:sp>
        <p:nvSpPr>
          <p:cNvPr id="2" name="Title 1">
            <a:extLst>
              <a:ext uri="{FF2B5EF4-FFF2-40B4-BE49-F238E27FC236}">
                <a16:creationId xmlns:a16="http://schemas.microsoft.com/office/drawing/2014/main" id="{26BC0395-B5C3-DE8B-0D31-36EED71B64FC}"/>
              </a:ext>
            </a:extLst>
          </p:cNvPr>
          <p:cNvSpPr>
            <a:spLocks noGrp="1"/>
          </p:cNvSpPr>
          <p:nvPr>
            <p:ph type="title" hasCustomPrompt="1"/>
          </p:nvPr>
        </p:nvSpPr>
        <p:spPr>
          <a:xfrm>
            <a:off x="761752" y="3050435"/>
            <a:ext cx="2770630" cy="757130"/>
          </a:xfrm>
        </p:spPr>
        <p:txBody>
          <a:bodyPr wrap="square" anchor="ctr">
            <a:spAutoFit/>
          </a:bodyPr>
          <a:lstStyle>
            <a:lvl1pPr>
              <a:defRPr sz="2400" b="1"/>
            </a:lvl1pPr>
          </a:lstStyle>
          <a:p>
            <a:r>
              <a:rPr lang="en-US" err="1"/>
              <a:t>Xxxxxxxxx</a:t>
            </a:r>
            <a:r>
              <a:rPr lang="en-US"/>
              <a:t> </a:t>
            </a:r>
            <a:r>
              <a:rPr lang="en-US" err="1"/>
              <a:t>xxxxx</a:t>
            </a:r>
            <a:br>
              <a:rPr lang="en-US"/>
            </a:br>
            <a:r>
              <a:rPr lang="en-US"/>
              <a:t>xxx </a:t>
            </a:r>
            <a:r>
              <a:rPr lang="en-US" err="1"/>
              <a:t>xxxxxxxx</a:t>
            </a:r>
            <a:endParaRPr lang="en-IN"/>
          </a:p>
        </p:txBody>
      </p:sp>
      <p:sp>
        <p:nvSpPr>
          <p:cNvPr id="4" name="Picture Placeholder 3"/>
          <p:cNvSpPr>
            <a:spLocks noGrp="1"/>
          </p:cNvSpPr>
          <p:nvPr>
            <p:ph type="pic" sz="quarter" idx="10" hasCustomPrompt="1"/>
          </p:nvPr>
        </p:nvSpPr>
        <p:spPr>
          <a:xfrm>
            <a:off x="3941735" y="1022108"/>
            <a:ext cx="7600036" cy="4813784"/>
          </a:xfrm>
          <a:prstGeom prst="snip2DiagRect">
            <a:avLst>
              <a:gd name="adj1" fmla="val 0"/>
              <a:gd name="adj2" fmla="val 5607"/>
            </a:avLst>
          </a:prstGeom>
          <a:solidFill>
            <a:schemeClr val="bg1"/>
          </a:solidFill>
          <a:effectLst>
            <a:outerShdw blurRad="393700" dist="152400" dir="4260000" algn="tl" rotWithShape="0">
              <a:prstClr val="black">
                <a:alpha val="18000"/>
              </a:prstClr>
            </a:outerShdw>
          </a:effectLst>
        </p:spPr>
        <p:txBody>
          <a:bodyPr>
            <a:normAutofit/>
          </a:bodyPr>
          <a:lstStyle>
            <a:lvl1pPr marL="0" indent="0">
              <a:buNone/>
              <a:defRPr sz="1400"/>
            </a:lvl1pPr>
          </a:lstStyle>
          <a:p>
            <a:r>
              <a:rPr lang="en-US"/>
              <a:t>Insert image</a:t>
            </a:r>
          </a:p>
        </p:txBody>
      </p:sp>
      <p:sp>
        <p:nvSpPr>
          <p:cNvPr id="5" name="TextBox 4">
            <a:extLst>
              <a:ext uri="{FF2B5EF4-FFF2-40B4-BE49-F238E27FC236}">
                <a16:creationId xmlns:a16="http://schemas.microsoft.com/office/drawing/2014/main" id="{AE30338E-8EE2-1E10-8D64-8230C46476B3}"/>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sp>
        <p:nvSpPr>
          <p:cNvPr id="6" name="TextBox 6">
            <a:extLst>
              <a:ext uri="{FF2B5EF4-FFF2-40B4-BE49-F238E27FC236}">
                <a16:creationId xmlns:a16="http://schemas.microsoft.com/office/drawing/2014/main" id="{3D6E1D85-3C21-1213-31AD-D1AD573839F9}"/>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ysClr val="windowText" lastClr="000000">
                  <a:lumMod val="50000"/>
                  <a:lumOff val="50000"/>
                </a:sysClr>
              </a:solidFill>
              <a:effectLst/>
              <a:uLnTx/>
              <a:uFillTx/>
              <a:latin typeface="+mn-lt"/>
              <a:ea typeface="Roboto" panose="02000000000000000000" pitchFamily="2" charset="0"/>
              <a:cs typeface="+mn-cs"/>
            </a:endParaRPr>
          </a:p>
        </p:txBody>
      </p:sp>
      <p:pic>
        <p:nvPicPr>
          <p:cNvPr id="10" name="Graphic 9">
            <a:extLst>
              <a:ext uri="{FF2B5EF4-FFF2-40B4-BE49-F238E27FC236}">
                <a16:creationId xmlns:a16="http://schemas.microsoft.com/office/drawing/2014/main" id="{FCAA24B8-BEB6-DD92-3801-52D3CA38A04C}"/>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Tree>
    <p:extLst>
      <p:ext uri="{BB962C8B-B14F-4D97-AF65-F5344CB8AC3E}">
        <p14:creationId xmlns:p14="http://schemas.microsoft.com/office/powerpoint/2010/main" val="3561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1E8E49-5AE9-836D-8D18-826F1047DB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704"/>
            <a:ext cx="12189347" cy="6855295"/>
          </a:xfrm>
          <a:prstGeom prst="rect">
            <a:avLst/>
          </a:prstGeom>
        </p:spPr>
      </p:pic>
      <p:sp>
        <p:nvSpPr>
          <p:cNvPr id="3" name="Rectangle 2">
            <a:extLst>
              <a:ext uri="{FF2B5EF4-FFF2-40B4-BE49-F238E27FC236}">
                <a16:creationId xmlns:a16="http://schemas.microsoft.com/office/drawing/2014/main" id="{7BD68BAD-3DF6-ABBB-4C91-4BB8E5DDA0D7}"/>
              </a:ext>
            </a:extLst>
          </p:cNvPr>
          <p:cNvSpPr/>
          <p:nvPr userDrawn="1"/>
        </p:nvSpPr>
        <p:spPr>
          <a:xfrm>
            <a:off x="1" y="0"/>
            <a:ext cx="12191999" cy="6858000"/>
          </a:xfrm>
          <a:prstGeom prst="rect">
            <a:avLst/>
          </a:prstGeom>
          <a:solidFill>
            <a:srgbClr val="004567">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9FC67C36-13A2-21A7-4919-B7D7EAFFCF88}"/>
              </a:ext>
            </a:extLst>
          </p:cNvPr>
          <p:cNvGrpSpPr/>
          <p:nvPr userDrawn="1"/>
        </p:nvGrpSpPr>
        <p:grpSpPr>
          <a:xfrm>
            <a:off x="2621142" y="991790"/>
            <a:ext cx="6949717" cy="4874420"/>
            <a:chOff x="2621142" y="928307"/>
            <a:chExt cx="6949717" cy="4874420"/>
          </a:xfrm>
        </p:grpSpPr>
        <p:sp>
          <p:nvSpPr>
            <p:cNvPr id="7" name="Title 14">
              <a:extLst>
                <a:ext uri="{FF2B5EF4-FFF2-40B4-BE49-F238E27FC236}">
                  <a16:creationId xmlns:a16="http://schemas.microsoft.com/office/drawing/2014/main" id="{691CCFF1-7668-DD3A-9539-D0CFB25B18DA}"/>
                </a:ext>
              </a:extLst>
            </p:cNvPr>
            <p:cNvSpPr txBox="1">
              <a:spLocks/>
            </p:cNvSpPr>
            <p:nvPr/>
          </p:nvSpPr>
          <p:spPr>
            <a:xfrm>
              <a:off x="2621142" y="928307"/>
              <a:ext cx="6949717" cy="923330"/>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FFFFFF"/>
                  </a:solidFill>
                  <a:effectLst/>
                  <a:uLnTx/>
                  <a:uFillTx/>
                  <a:ea typeface="+mj-ea"/>
                  <a:cs typeface="+mj-cs"/>
                </a:rPr>
                <a:t>Let's turn impact into insights</a:t>
              </a:r>
              <a:r>
                <a:rPr kumimoji="0" lang="en-US" sz="3200" b="1" i="0" u="none" strike="noStrike" kern="1200" cap="none" spc="0" normalizeH="0" baseline="0" noProof="0">
                  <a:ln>
                    <a:noFill/>
                  </a:ln>
                  <a:solidFill>
                    <a:srgbClr val="FFFFFF"/>
                  </a:solidFill>
                  <a:effectLst/>
                  <a:uLnTx/>
                  <a:uFillTx/>
                  <a:ea typeface="+mj-ea"/>
                  <a:cs typeface="+mj-cs"/>
                </a:rPr>
                <a:t>. </a:t>
              </a:r>
              <a:br>
                <a:rPr kumimoji="0" lang="en-US" sz="3200" b="1" i="0" u="none" strike="noStrike" kern="1200" cap="none" spc="0" normalizeH="0" baseline="0" noProof="0">
                  <a:ln>
                    <a:noFill/>
                  </a:ln>
                  <a:solidFill>
                    <a:srgbClr val="FFFFFF"/>
                  </a:solidFill>
                  <a:effectLst/>
                  <a:uLnTx/>
                  <a:uFillTx/>
                  <a:ea typeface="+mj-ea"/>
                  <a:cs typeface="+mj-cs"/>
                </a:rPr>
              </a:br>
              <a:r>
                <a:rPr kumimoji="0" lang="en-US" sz="2800" b="0" i="0" u="none" strike="noStrike" kern="1200" cap="none" spc="0" normalizeH="0" baseline="0" noProof="0">
                  <a:ln>
                    <a:noFill/>
                  </a:ln>
                  <a:solidFill>
                    <a:srgbClr val="FFFFFF"/>
                  </a:solidFill>
                  <a:effectLst/>
                  <a:uLnTx/>
                  <a:uFillTx/>
                  <a:ea typeface="+mj-ea"/>
                  <a:cs typeface="+mj-cs"/>
                </a:rPr>
                <a:t>Because</a:t>
              </a:r>
              <a:r>
                <a:rPr kumimoji="0" lang="en-US" sz="2800" b="1" i="0" u="none" strike="noStrike" kern="1200" cap="none" spc="0" normalizeH="0" baseline="0" noProof="0">
                  <a:ln>
                    <a:noFill/>
                  </a:ln>
                  <a:solidFill>
                    <a:srgbClr val="FFFFFF"/>
                  </a:solidFill>
                  <a:effectLst/>
                  <a:uLnTx/>
                  <a:uFillTx/>
                  <a:ea typeface="+mj-ea"/>
                  <a:cs typeface="+mj-cs"/>
                </a:rPr>
                <a:t> Data</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Impacts</a:t>
              </a:r>
              <a:r>
                <a:rPr kumimoji="0" lang="en-US" sz="2800" b="1" i="0" u="none" strike="noStrike" kern="1200" cap="none" spc="0" normalizeH="0" baseline="0" noProof="0">
                  <a:ln>
                    <a:noFill/>
                  </a:ln>
                  <a:solidFill>
                    <a:srgbClr val="C98B27"/>
                  </a:solidFill>
                  <a:effectLst/>
                  <a:uLnTx/>
                  <a:uFillTx/>
                  <a:ea typeface="+mj-ea"/>
                  <a:cs typeface="+mj-cs"/>
                </a:rPr>
                <a:t>.</a:t>
              </a:r>
              <a:r>
                <a:rPr kumimoji="0" lang="en-US" sz="2800" b="1" i="0" u="none" strike="noStrike" kern="1200" cap="none" spc="0" normalizeH="0" baseline="0" noProof="0">
                  <a:ln>
                    <a:noFill/>
                  </a:ln>
                  <a:solidFill>
                    <a:srgbClr val="FFFFFF"/>
                  </a:solidFill>
                  <a:effectLst/>
                  <a:uLnTx/>
                  <a:uFillTx/>
                  <a:ea typeface="+mj-ea"/>
                  <a:cs typeface="+mj-cs"/>
                </a:rPr>
                <a:t> Lives</a:t>
              </a:r>
              <a:endParaRPr kumimoji="0" lang="en-IN" sz="3200" b="1" i="0" u="none" strike="noStrike" kern="1200" cap="none" spc="0" normalizeH="0" baseline="0" noProof="0">
                <a:ln>
                  <a:noFill/>
                </a:ln>
                <a:solidFill>
                  <a:srgbClr val="FFFFFF"/>
                </a:solidFill>
                <a:effectLst/>
                <a:uLnTx/>
                <a:uFillTx/>
                <a:ea typeface="+mj-ea"/>
                <a:cs typeface="+mj-cs"/>
              </a:endParaRPr>
            </a:p>
          </p:txBody>
        </p:sp>
        <p:sp>
          <p:nvSpPr>
            <p:cNvPr id="8" name="Title 14">
              <a:extLst>
                <a:ext uri="{FF2B5EF4-FFF2-40B4-BE49-F238E27FC236}">
                  <a16:creationId xmlns:a16="http://schemas.microsoft.com/office/drawing/2014/main" id="{9B2A8684-BFDC-D9C2-1FF4-0F69E9925904}"/>
                </a:ext>
              </a:extLst>
            </p:cNvPr>
            <p:cNvSpPr txBox="1">
              <a:spLocks/>
            </p:cNvSpPr>
            <p:nvPr/>
          </p:nvSpPr>
          <p:spPr>
            <a:xfrm>
              <a:off x="2621142" y="5371840"/>
              <a:ext cx="6949717" cy="43088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0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ea typeface="+mj-ea"/>
                  <a:cs typeface="+mj-cs"/>
                </a:rPr>
                <a:t>For Inquiries Write To Us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1" i="0" u="sng" strike="noStrike" kern="1200" cap="none" spc="0" normalizeH="0" baseline="0" noProof="0">
                  <a:ln>
                    <a:noFill/>
                  </a:ln>
                  <a:solidFill>
                    <a:srgbClr val="FFFFFF"/>
                  </a:solidFill>
                  <a:effectLst/>
                  <a:uLnTx/>
                  <a:uFillTx/>
                  <a:ea typeface="+mj-ea"/>
                  <a:cs typeface="+mj-cs"/>
                </a:rPr>
                <a:t>info@chryselys.com</a:t>
              </a:r>
              <a:endParaRPr kumimoji="0" lang="en-IN" sz="1600" b="1" i="0" u="sng" strike="noStrike" kern="1200" cap="none" spc="0" normalizeH="0" baseline="0" noProof="0">
                <a:ln>
                  <a:noFill/>
                </a:ln>
                <a:solidFill>
                  <a:srgbClr val="FFFFFF"/>
                </a:solidFill>
                <a:effectLst/>
                <a:uLnTx/>
                <a:uFillTx/>
                <a:ea typeface="+mj-ea"/>
                <a:cs typeface="+mj-cs"/>
              </a:endParaRPr>
            </a:p>
          </p:txBody>
        </p:sp>
        <p:grpSp>
          <p:nvGrpSpPr>
            <p:cNvPr id="9" name="Group 8">
              <a:extLst>
                <a:ext uri="{FF2B5EF4-FFF2-40B4-BE49-F238E27FC236}">
                  <a16:creationId xmlns:a16="http://schemas.microsoft.com/office/drawing/2014/main" id="{0DEE4E7C-346E-F6DF-25A8-C40735641AD7}"/>
                </a:ext>
              </a:extLst>
            </p:cNvPr>
            <p:cNvGrpSpPr/>
            <p:nvPr/>
          </p:nvGrpSpPr>
          <p:grpSpPr>
            <a:xfrm>
              <a:off x="4675414" y="2278238"/>
              <a:ext cx="2667000" cy="2667000"/>
              <a:chOff x="4775263" y="2031681"/>
              <a:chExt cx="2667000" cy="2667000"/>
            </a:xfrm>
          </p:grpSpPr>
          <p:pic>
            <p:nvPicPr>
              <p:cNvPr id="10" name="Picture 9">
                <a:extLst>
                  <a:ext uri="{FF2B5EF4-FFF2-40B4-BE49-F238E27FC236}">
                    <a16:creationId xmlns:a16="http://schemas.microsoft.com/office/drawing/2014/main" id="{572FEDA6-4579-963E-6598-4DFDCA4635C0}"/>
                  </a:ext>
                </a:extLst>
              </p:cNvPr>
              <p:cNvPicPr>
                <a:picLocks noChangeAspect="1"/>
              </p:cNvPicPr>
              <p:nvPr/>
            </p:nvPicPr>
            <p:blipFill>
              <a:blip r:embed="rId3"/>
              <a:stretch>
                <a:fillRect/>
              </a:stretch>
            </p:blipFill>
            <p:spPr>
              <a:xfrm>
                <a:off x="4775263" y="2031681"/>
                <a:ext cx="2667000" cy="2667000"/>
              </a:xfrm>
              <a:custGeom>
                <a:avLst/>
                <a:gdLst>
                  <a:gd name="csX0" fmla="*/ -511 w 2667000"/>
                  <a:gd name="csY0" fmla="*/ -519 h 2667000"/>
                  <a:gd name="csX1" fmla="*/ 2666489 w 2667000"/>
                  <a:gd name="csY1" fmla="*/ -519 h 2667000"/>
                  <a:gd name="csX2" fmla="*/ 2666489 w 2667000"/>
                  <a:gd name="csY2" fmla="*/ 2666481 h 2667000"/>
                  <a:gd name="csX3" fmla="*/ -511 w 2667000"/>
                  <a:gd name="csY3" fmla="*/ 2666481 h 2667000"/>
                </a:gdLst>
                <a:ahLst/>
                <a:cxnLst>
                  <a:cxn ang="0">
                    <a:pos x="csX0" y="csY0"/>
                  </a:cxn>
                  <a:cxn ang="0">
                    <a:pos x="csX1" y="csY1"/>
                  </a:cxn>
                  <a:cxn ang="0">
                    <a:pos x="csX2" y="csY2"/>
                  </a:cxn>
                  <a:cxn ang="0">
                    <a:pos x="csX3" y="csY3"/>
                  </a:cxn>
                </a:cxnLst>
                <a:rect l="l" t="t" r="r" b="b"/>
                <a:pathLst>
                  <a:path w="2667000" h="2667000">
                    <a:moveTo>
                      <a:pt x="-511" y="-519"/>
                    </a:moveTo>
                    <a:lnTo>
                      <a:pt x="2666489" y="-519"/>
                    </a:lnTo>
                    <a:lnTo>
                      <a:pt x="2666489" y="2666481"/>
                    </a:lnTo>
                    <a:lnTo>
                      <a:pt x="-511" y="2666481"/>
                    </a:lnTo>
                    <a:close/>
                  </a:path>
                </a:pathLst>
              </a:custGeom>
            </p:spPr>
          </p:pic>
          <p:sp>
            <p:nvSpPr>
              <p:cNvPr id="11" name="Rectangle 10">
                <a:extLst>
                  <a:ext uri="{FF2B5EF4-FFF2-40B4-BE49-F238E27FC236}">
                    <a16:creationId xmlns:a16="http://schemas.microsoft.com/office/drawing/2014/main" id="{CD3BE975-2D33-3574-9A9F-CDEA1036816C}"/>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sp>
            <p:nvSpPr>
              <p:cNvPr id="12" name="Rectangle 11">
                <a:extLst>
                  <a:ext uri="{FF2B5EF4-FFF2-40B4-BE49-F238E27FC236}">
                    <a16:creationId xmlns:a16="http://schemas.microsoft.com/office/drawing/2014/main" id="{5E9F687C-9A0E-ED1A-CED2-383F46876F7B}"/>
                  </a:ext>
                </a:extLst>
              </p:cNvPr>
              <p:cNvSpPr/>
              <p:nvPr/>
            </p:nvSpPr>
            <p:spPr>
              <a:xfrm>
                <a:off x="4775263" y="2031682"/>
                <a:ext cx="2643187" cy="2643187"/>
              </a:xfrm>
              <a:prstGeom prst="rect">
                <a:avLst/>
              </a:prstGeom>
              <a:noFill/>
              <a:ln w="9525" cap="flat">
                <a:noFill/>
                <a:prstDash val="solid"/>
                <a:miter/>
              </a:ln>
            </p:spPr>
            <p:txBody>
              <a:bodyPr/>
              <a:lstStyle/>
              <a:p>
                <a:endParaRPr lang="en-IN"/>
              </a:p>
            </p:txBody>
          </p:sp>
          <p:grpSp>
            <p:nvGrpSpPr>
              <p:cNvPr id="13" name="Group 12">
                <a:extLst>
                  <a:ext uri="{FF2B5EF4-FFF2-40B4-BE49-F238E27FC236}">
                    <a16:creationId xmlns:a16="http://schemas.microsoft.com/office/drawing/2014/main" id="{37D40865-8B4C-C0A8-782F-F7BA2FA8E0E2}"/>
                  </a:ext>
                </a:extLst>
              </p:cNvPr>
              <p:cNvGrpSpPr/>
              <p:nvPr/>
            </p:nvGrpSpPr>
            <p:grpSpPr>
              <a:xfrm>
                <a:off x="5707175" y="3253939"/>
                <a:ext cx="1580380" cy="450823"/>
                <a:chOff x="5636418" y="3204953"/>
                <a:chExt cx="1580380" cy="450823"/>
              </a:xfrm>
            </p:grpSpPr>
            <p:sp>
              <p:nvSpPr>
                <p:cNvPr id="14" name="TextBox 13">
                  <a:extLst>
                    <a:ext uri="{FF2B5EF4-FFF2-40B4-BE49-F238E27FC236}">
                      <a16:creationId xmlns:a16="http://schemas.microsoft.com/office/drawing/2014/main" id="{28568018-4A79-05AE-FF20-8909065D7F13}"/>
                    </a:ext>
                  </a:extLst>
                </p:cNvPr>
                <p:cNvSpPr txBox="1"/>
                <p:nvPr/>
              </p:nvSpPr>
              <p:spPr>
                <a:xfrm>
                  <a:off x="5636418" y="3204953"/>
                  <a:ext cx="33374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C</a:t>
                  </a:r>
                </a:p>
              </p:txBody>
            </p:sp>
            <p:sp>
              <p:nvSpPr>
                <p:cNvPr id="15" name="TextBox 14">
                  <a:extLst>
                    <a:ext uri="{FF2B5EF4-FFF2-40B4-BE49-F238E27FC236}">
                      <a16:creationId xmlns:a16="http://schemas.microsoft.com/office/drawing/2014/main" id="{1DDF5CD4-F8FE-7E15-4783-0830AEFF6DE5}"/>
                    </a:ext>
                  </a:extLst>
                </p:cNvPr>
                <p:cNvSpPr txBox="1"/>
                <p:nvPr/>
              </p:nvSpPr>
              <p:spPr>
                <a:xfrm>
                  <a:off x="5789294" y="3204953"/>
                  <a:ext cx="365806"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H</a:t>
                  </a:r>
                </a:p>
              </p:txBody>
            </p:sp>
            <p:sp>
              <p:nvSpPr>
                <p:cNvPr id="16" name="TextBox 15">
                  <a:extLst>
                    <a:ext uri="{FF2B5EF4-FFF2-40B4-BE49-F238E27FC236}">
                      <a16:creationId xmlns:a16="http://schemas.microsoft.com/office/drawing/2014/main" id="{06AA39E6-012E-064B-6D28-62D40CF1E927}"/>
                    </a:ext>
                  </a:extLst>
                </p:cNvPr>
                <p:cNvSpPr txBox="1"/>
                <p:nvPr/>
              </p:nvSpPr>
              <p:spPr>
                <a:xfrm>
                  <a:off x="5970745" y="3204953"/>
                  <a:ext cx="343364"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R</a:t>
                  </a:r>
                </a:p>
              </p:txBody>
            </p:sp>
            <p:sp>
              <p:nvSpPr>
                <p:cNvPr id="17" name="TextBox 16">
                  <a:extLst>
                    <a:ext uri="{FF2B5EF4-FFF2-40B4-BE49-F238E27FC236}">
                      <a16:creationId xmlns:a16="http://schemas.microsoft.com/office/drawing/2014/main" id="{89A5740D-C6B6-1405-4016-6FB70E30A99D}"/>
                    </a:ext>
                  </a:extLst>
                </p:cNvPr>
                <p:cNvSpPr txBox="1"/>
                <p:nvPr/>
              </p:nvSpPr>
              <p:spPr>
                <a:xfrm>
                  <a:off x="6130956"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18" name="TextBox 17">
                  <a:extLst>
                    <a:ext uri="{FF2B5EF4-FFF2-40B4-BE49-F238E27FC236}">
                      <a16:creationId xmlns:a16="http://schemas.microsoft.com/office/drawing/2014/main" id="{71BCFDE0-9ED6-89A1-59F1-53000172F084}"/>
                    </a:ext>
                  </a:extLst>
                </p:cNvPr>
                <p:cNvSpPr txBox="1"/>
                <p:nvPr/>
              </p:nvSpPr>
              <p:spPr>
                <a:xfrm>
                  <a:off x="6294595"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19" name="TextBox 18">
                  <a:extLst>
                    <a:ext uri="{FF2B5EF4-FFF2-40B4-BE49-F238E27FC236}">
                      <a16:creationId xmlns:a16="http://schemas.microsoft.com/office/drawing/2014/main" id="{DF2A202F-617C-9198-D631-9964EAD00C72}"/>
                    </a:ext>
                  </a:extLst>
                </p:cNvPr>
                <p:cNvSpPr txBox="1"/>
                <p:nvPr/>
              </p:nvSpPr>
              <p:spPr>
                <a:xfrm>
                  <a:off x="6438994" y="3204953"/>
                  <a:ext cx="33534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E</a:t>
                  </a:r>
                </a:p>
              </p:txBody>
            </p:sp>
            <p:sp>
              <p:nvSpPr>
                <p:cNvPr id="20" name="TextBox 19">
                  <a:extLst>
                    <a:ext uri="{FF2B5EF4-FFF2-40B4-BE49-F238E27FC236}">
                      <a16:creationId xmlns:a16="http://schemas.microsoft.com/office/drawing/2014/main" id="{04F12E3E-E3B7-9E30-9448-357309B1508D}"/>
                    </a:ext>
                  </a:extLst>
                </p:cNvPr>
                <p:cNvSpPr txBox="1"/>
                <p:nvPr/>
              </p:nvSpPr>
              <p:spPr>
                <a:xfrm>
                  <a:off x="6590061"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L</a:t>
                  </a:r>
                </a:p>
              </p:txBody>
            </p:sp>
            <p:sp>
              <p:nvSpPr>
                <p:cNvPr id="23" name="TextBox 22">
                  <a:extLst>
                    <a:ext uri="{FF2B5EF4-FFF2-40B4-BE49-F238E27FC236}">
                      <a16:creationId xmlns:a16="http://schemas.microsoft.com/office/drawing/2014/main" id="{CEEAEA56-3391-9483-FD7F-F44E53DA29C3}"/>
                    </a:ext>
                  </a:extLst>
                </p:cNvPr>
                <p:cNvSpPr txBox="1"/>
                <p:nvPr/>
              </p:nvSpPr>
              <p:spPr>
                <a:xfrm>
                  <a:off x="6729031" y="3204953"/>
                  <a:ext cx="352982"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Y</a:t>
                  </a:r>
                </a:p>
              </p:txBody>
            </p:sp>
            <p:sp>
              <p:nvSpPr>
                <p:cNvPr id="24" name="TextBox 23">
                  <a:extLst>
                    <a:ext uri="{FF2B5EF4-FFF2-40B4-BE49-F238E27FC236}">
                      <a16:creationId xmlns:a16="http://schemas.microsoft.com/office/drawing/2014/main" id="{91C3B8A8-B6B0-64F3-4A95-A996635A64D5}"/>
                    </a:ext>
                  </a:extLst>
                </p:cNvPr>
                <p:cNvSpPr txBox="1"/>
                <p:nvPr/>
              </p:nvSpPr>
              <p:spPr>
                <a:xfrm>
                  <a:off x="6892670" y="3204953"/>
                  <a:ext cx="324128" cy="375039"/>
                </a:xfrm>
                <a:prstGeom prst="rect">
                  <a:avLst/>
                </a:prstGeom>
                <a:noFill/>
              </p:spPr>
              <p:txBody>
                <a:bodyPr wrap="none" rtlCol="0">
                  <a:spAutoFit/>
                </a:bodyPr>
                <a:lstStyle/>
                <a:p>
                  <a:pPr algn="l"/>
                  <a:r>
                    <a:rPr lang="en-IN" sz="1837" spc="0" baseline="0">
                      <a:ln/>
                      <a:solidFill>
                        <a:schemeClr val="bg1"/>
                      </a:solidFill>
                      <a:latin typeface="Roboto Slab"/>
                      <a:ea typeface="Roboto Slab"/>
                      <a:sym typeface="Roboto Slab"/>
                      <a:rtl val="0"/>
                    </a:rPr>
                    <a:t>S</a:t>
                  </a:r>
                </a:p>
              </p:txBody>
            </p:sp>
            <p:sp>
              <p:nvSpPr>
                <p:cNvPr id="25" name="TextBox 24">
                  <a:extLst>
                    <a:ext uri="{FF2B5EF4-FFF2-40B4-BE49-F238E27FC236}">
                      <a16:creationId xmlns:a16="http://schemas.microsoft.com/office/drawing/2014/main" id="{7BB7B300-5213-F27F-E911-4C68024E60ED}"/>
                    </a:ext>
                  </a:extLst>
                </p:cNvPr>
                <p:cNvSpPr txBox="1"/>
                <p:nvPr/>
              </p:nvSpPr>
              <p:spPr>
                <a:xfrm>
                  <a:off x="5921120" y="3459568"/>
                  <a:ext cx="242374"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D</a:t>
                  </a:r>
                </a:p>
              </p:txBody>
            </p:sp>
            <p:sp>
              <p:nvSpPr>
                <p:cNvPr id="26" name="TextBox 25">
                  <a:extLst>
                    <a:ext uri="{FF2B5EF4-FFF2-40B4-BE49-F238E27FC236}">
                      <a16:creationId xmlns:a16="http://schemas.microsoft.com/office/drawing/2014/main" id="{AB24E12E-13F8-9C45-DE2B-F71D032ACFFF}"/>
                    </a:ext>
                  </a:extLst>
                </p:cNvPr>
                <p:cNvSpPr txBox="1"/>
                <p:nvPr/>
              </p:nvSpPr>
              <p:spPr>
                <a:xfrm>
                  <a:off x="598131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7" name="TextBox 26">
                  <a:extLst>
                    <a:ext uri="{FF2B5EF4-FFF2-40B4-BE49-F238E27FC236}">
                      <a16:creationId xmlns:a16="http://schemas.microsoft.com/office/drawing/2014/main" id="{0E994F93-C5B2-B46C-FE67-4F6C9E37EC7A}"/>
                    </a:ext>
                  </a:extLst>
                </p:cNvPr>
                <p:cNvSpPr txBox="1"/>
                <p:nvPr/>
              </p:nvSpPr>
              <p:spPr>
                <a:xfrm>
                  <a:off x="6029419"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28" name="TextBox 27">
                  <a:extLst>
                    <a:ext uri="{FF2B5EF4-FFF2-40B4-BE49-F238E27FC236}">
                      <a16:creationId xmlns:a16="http://schemas.microsoft.com/office/drawing/2014/main" id="{00680264-2F94-E4E1-CBF0-689EAEABB28F}"/>
                    </a:ext>
                  </a:extLst>
                </p:cNvPr>
                <p:cNvSpPr txBox="1"/>
                <p:nvPr/>
              </p:nvSpPr>
              <p:spPr>
                <a:xfrm>
                  <a:off x="6061709"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29" name="TextBox 28">
                  <a:extLst>
                    <a:ext uri="{FF2B5EF4-FFF2-40B4-BE49-F238E27FC236}">
                      <a16:creationId xmlns:a16="http://schemas.microsoft.com/office/drawing/2014/main" id="{88305541-4ECF-3D9B-622D-CC23B69EEF9A}"/>
                    </a:ext>
                  </a:extLst>
                </p:cNvPr>
                <p:cNvSpPr txBox="1"/>
                <p:nvPr/>
              </p:nvSpPr>
              <p:spPr>
                <a:xfrm>
                  <a:off x="6109715"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0" name="TextBox 29">
                  <a:extLst>
                    <a:ext uri="{FF2B5EF4-FFF2-40B4-BE49-F238E27FC236}">
                      <a16:creationId xmlns:a16="http://schemas.microsoft.com/office/drawing/2014/main" id="{B9E47CE5-B2E5-0778-6776-FA46EDC0A5FD}"/>
                    </a:ext>
                  </a:extLst>
                </p:cNvPr>
                <p:cNvSpPr txBox="1"/>
                <p:nvPr/>
              </p:nvSpPr>
              <p:spPr>
                <a:xfrm>
                  <a:off x="6153435" y="3459568"/>
                  <a:ext cx="21352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31" name="TextBox 30">
                  <a:extLst>
                    <a:ext uri="{FF2B5EF4-FFF2-40B4-BE49-F238E27FC236}">
                      <a16:creationId xmlns:a16="http://schemas.microsoft.com/office/drawing/2014/main" id="{E0AAFC54-407B-C6D5-0AB7-22EBC0D4FEEC}"/>
                    </a:ext>
                  </a:extLst>
                </p:cNvPr>
                <p:cNvSpPr txBox="1"/>
                <p:nvPr/>
              </p:nvSpPr>
              <p:spPr>
                <a:xfrm>
                  <a:off x="6181915" y="3459568"/>
                  <a:ext cx="26802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m</a:t>
                  </a:r>
                </a:p>
              </p:txBody>
            </p:sp>
            <p:sp>
              <p:nvSpPr>
                <p:cNvPr id="32" name="TextBox 31">
                  <a:extLst>
                    <a:ext uri="{FF2B5EF4-FFF2-40B4-BE49-F238E27FC236}">
                      <a16:creationId xmlns:a16="http://schemas.microsoft.com/office/drawing/2014/main" id="{F28BF437-E7FE-70EB-1BF1-FBF5DF43AFBE}"/>
                    </a:ext>
                  </a:extLst>
                </p:cNvPr>
                <p:cNvSpPr txBox="1"/>
                <p:nvPr/>
              </p:nvSpPr>
              <p:spPr>
                <a:xfrm>
                  <a:off x="6263830"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p</a:t>
                  </a:r>
                </a:p>
              </p:txBody>
            </p:sp>
            <p:sp>
              <p:nvSpPr>
                <p:cNvPr id="33" name="TextBox 32">
                  <a:extLst>
                    <a:ext uri="{FF2B5EF4-FFF2-40B4-BE49-F238E27FC236}">
                      <a16:creationId xmlns:a16="http://schemas.microsoft.com/office/drawing/2014/main" id="{0A1567E8-5389-BED6-46DB-DD971694324F}"/>
                    </a:ext>
                  </a:extLst>
                </p:cNvPr>
                <p:cNvSpPr txBox="1"/>
                <p:nvPr/>
              </p:nvSpPr>
              <p:spPr>
                <a:xfrm>
                  <a:off x="6316598" y="3459568"/>
                  <a:ext cx="232756"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a:t>
                  </a:r>
                </a:p>
              </p:txBody>
            </p:sp>
            <p:sp>
              <p:nvSpPr>
                <p:cNvPr id="34" name="TextBox 33">
                  <a:extLst>
                    <a:ext uri="{FF2B5EF4-FFF2-40B4-BE49-F238E27FC236}">
                      <a16:creationId xmlns:a16="http://schemas.microsoft.com/office/drawing/2014/main" id="{78EF3B40-6999-204B-0E3F-33C5EDA541BD}"/>
                    </a:ext>
                  </a:extLst>
                </p:cNvPr>
                <p:cNvSpPr txBox="1"/>
                <p:nvPr/>
              </p:nvSpPr>
              <p:spPr>
                <a:xfrm>
                  <a:off x="6364699"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c</a:t>
                  </a:r>
                </a:p>
              </p:txBody>
            </p:sp>
            <p:sp>
              <p:nvSpPr>
                <p:cNvPr id="35" name="TextBox 34">
                  <a:extLst>
                    <a:ext uri="{FF2B5EF4-FFF2-40B4-BE49-F238E27FC236}">
                      <a16:creationId xmlns:a16="http://schemas.microsoft.com/office/drawing/2014/main" id="{47DF285E-3DD3-6D05-A0DA-F2760BEF1759}"/>
                    </a:ext>
                  </a:extLst>
                </p:cNvPr>
                <p:cNvSpPr txBox="1"/>
                <p:nvPr/>
              </p:nvSpPr>
              <p:spPr>
                <a:xfrm>
                  <a:off x="6411753" y="3459568"/>
                  <a:ext cx="215123"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t</a:t>
                  </a:r>
                </a:p>
              </p:txBody>
            </p:sp>
            <p:sp>
              <p:nvSpPr>
                <p:cNvPr id="36" name="TextBox 35">
                  <a:extLst>
                    <a:ext uri="{FF2B5EF4-FFF2-40B4-BE49-F238E27FC236}">
                      <a16:creationId xmlns:a16="http://schemas.microsoft.com/office/drawing/2014/main" id="{138BCFAD-11A9-E0CA-0A60-631C83DA2E19}"/>
                    </a:ext>
                  </a:extLst>
                </p:cNvPr>
                <p:cNvSpPr txBox="1"/>
                <p:nvPr/>
              </p:nvSpPr>
              <p:spPr>
                <a:xfrm>
                  <a:off x="6443947"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sp>
              <p:nvSpPr>
                <p:cNvPr id="37" name="TextBox 36">
                  <a:extLst>
                    <a:ext uri="{FF2B5EF4-FFF2-40B4-BE49-F238E27FC236}">
                      <a16:creationId xmlns:a16="http://schemas.microsoft.com/office/drawing/2014/main" id="{35EC9707-B519-B045-EDBB-4FBE887C4A82}"/>
                    </a:ext>
                  </a:extLst>
                </p:cNvPr>
                <p:cNvSpPr txBox="1"/>
                <p:nvPr/>
              </p:nvSpPr>
              <p:spPr>
                <a:xfrm>
                  <a:off x="6488524" y="3459568"/>
                  <a:ext cx="205505"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a:t>
                  </a:r>
                </a:p>
              </p:txBody>
            </p:sp>
            <p:sp>
              <p:nvSpPr>
                <p:cNvPr id="38" name="TextBox 37">
                  <a:extLst>
                    <a:ext uri="{FF2B5EF4-FFF2-40B4-BE49-F238E27FC236}">
                      <a16:creationId xmlns:a16="http://schemas.microsoft.com/office/drawing/2014/main" id="{AE2B06F0-5FA4-148F-48F2-68E29F5E2BB1}"/>
                    </a:ext>
                  </a:extLst>
                </p:cNvPr>
                <p:cNvSpPr txBox="1"/>
                <p:nvPr/>
              </p:nvSpPr>
              <p:spPr>
                <a:xfrm>
                  <a:off x="6532149"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L</a:t>
                  </a:r>
                </a:p>
              </p:txBody>
            </p:sp>
            <p:sp>
              <p:nvSpPr>
                <p:cNvPr id="39" name="TextBox 38">
                  <a:extLst>
                    <a:ext uri="{FF2B5EF4-FFF2-40B4-BE49-F238E27FC236}">
                      <a16:creationId xmlns:a16="http://schemas.microsoft.com/office/drawing/2014/main" id="{4E57E131-8B48-41B7-2258-DBA71FA8B1D8}"/>
                    </a:ext>
                  </a:extLst>
                </p:cNvPr>
                <p:cNvSpPr txBox="1"/>
                <p:nvPr/>
              </p:nvSpPr>
              <p:spPr>
                <a:xfrm>
                  <a:off x="6583203" y="3459568"/>
                  <a:ext cx="211917"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i</a:t>
                  </a:r>
                </a:p>
              </p:txBody>
            </p:sp>
            <p:sp>
              <p:nvSpPr>
                <p:cNvPr id="40" name="TextBox 39">
                  <a:extLst>
                    <a:ext uri="{FF2B5EF4-FFF2-40B4-BE49-F238E27FC236}">
                      <a16:creationId xmlns:a16="http://schemas.microsoft.com/office/drawing/2014/main" id="{C6C13EE4-5051-97CF-0D5C-540C9D235FE8}"/>
                    </a:ext>
                  </a:extLst>
                </p:cNvPr>
                <p:cNvSpPr txBox="1"/>
                <p:nvPr/>
              </p:nvSpPr>
              <p:spPr>
                <a:xfrm>
                  <a:off x="6612254" y="3459568"/>
                  <a:ext cx="235962"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v</a:t>
                  </a:r>
                </a:p>
              </p:txBody>
            </p:sp>
            <p:sp>
              <p:nvSpPr>
                <p:cNvPr id="41" name="TextBox 40">
                  <a:extLst>
                    <a:ext uri="{FF2B5EF4-FFF2-40B4-BE49-F238E27FC236}">
                      <a16:creationId xmlns:a16="http://schemas.microsoft.com/office/drawing/2014/main" id="{B4479C45-BE13-648F-AA8E-AE2C5240D294}"/>
                    </a:ext>
                  </a:extLst>
                </p:cNvPr>
                <p:cNvSpPr txBox="1"/>
                <p:nvPr/>
              </p:nvSpPr>
              <p:spPr>
                <a:xfrm>
                  <a:off x="6660927" y="3459568"/>
                  <a:ext cx="229550"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e</a:t>
                  </a:r>
                </a:p>
              </p:txBody>
            </p:sp>
            <p:sp>
              <p:nvSpPr>
                <p:cNvPr id="42" name="TextBox 41">
                  <a:extLst>
                    <a:ext uri="{FF2B5EF4-FFF2-40B4-BE49-F238E27FC236}">
                      <a16:creationId xmlns:a16="http://schemas.microsoft.com/office/drawing/2014/main" id="{71E56C96-4F95-5439-A001-8D50ABEF7FB1}"/>
                    </a:ext>
                  </a:extLst>
                </p:cNvPr>
                <p:cNvSpPr txBox="1"/>
                <p:nvPr/>
              </p:nvSpPr>
              <p:spPr>
                <a:xfrm>
                  <a:off x="6707885" y="3459568"/>
                  <a:ext cx="227948" cy="196208"/>
                </a:xfrm>
                <a:prstGeom prst="rect">
                  <a:avLst/>
                </a:prstGeom>
                <a:noFill/>
              </p:spPr>
              <p:txBody>
                <a:bodyPr wrap="none" rtlCol="0">
                  <a:spAutoFit/>
                </a:bodyPr>
                <a:lstStyle/>
                <a:p>
                  <a:pPr algn="l"/>
                  <a:r>
                    <a:rPr lang="en-IN" sz="675" spc="0" baseline="0">
                      <a:ln/>
                      <a:solidFill>
                        <a:schemeClr val="bg1"/>
                      </a:solidFill>
                      <a:latin typeface="Roboto Slab"/>
                      <a:ea typeface="Roboto Slab"/>
                      <a:sym typeface="Roboto Slab"/>
                      <a:rtl val="0"/>
                    </a:rPr>
                    <a:t>s</a:t>
                  </a:r>
                </a:p>
              </p:txBody>
            </p:sp>
          </p:grpSp>
        </p:grpSp>
      </p:grpSp>
    </p:spTree>
    <p:extLst>
      <p:ext uri="{BB962C8B-B14F-4D97-AF65-F5344CB8AC3E}">
        <p14:creationId xmlns:p14="http://schemas.microsoft.com/office/powerpoint/2010/main" val="1057259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20FA12-C977-4338-31A0-E1B89474B324}"/>
              </a:ext>
            </a:extLst>
          </p:cNvPr>
          <p:cNvSpPr>
            <a:spLocks/>
          </p:cNvSpPr>
          <p:nvPr userDrawn="1"/>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Roboto"/>
              <a:ea typeface="+mn-ea"/>
              <a:cs typeface="+mn-cs"/>
            </a:endParaRPr>
          </a:p>
        </p:txBody>
      </p:sp>
      <p:grpSp>
        <p:nvGrpSpPr>
          <p:cNvPr id="14" name="Group 13">
            <a:extLst>
              <a:ext uri="{FF2B5EF4-FFF2-40B4-BE49-F238E27FC236}">
                <a16:creationId xmlns:a16="http://schemas.microsoft.com/office/drawing/2014/main" id="{B57718F3-EED9-6BD3-860E-0CC1C365A66B}"/>
              </a:ext>
            </a:extLst>
          </p:cNvPr>
          <p:cNvGrpSpPr/>
          <p:nvPr userDrawn="1"/>
        </p:nvGrpSpPr>
        <p:grpSpPr>
          <a:xfrm>
            <a:off x="4511824" y="-525343"/>
            <a:ext cx="7908686" cy="7908686"/>
            <a:chOff x="-2546548" y="-2547664"/>
            <a:chExt cx="10321096" cy="10321096"/>
          </a:xfrm>
        </p:grpSpPr>
        <p:sp>
          <p:nvSpPr>
            <p:cNvPr id="15" name="Freeform: Shape 14">
              <a:extLst>
                <a:ext uri="{FF2B5EF4-FFF2-40B4-BE49-F238E27FC236}">
                  <a16:creationId xmlns:a16="http://schemas.microsoft.com/office/drawing/2014/main" id="{FB640A84-06DF-5910-3E56-B59F75A93438}"/>
                </a:ext>
              </a:extLst>
            </p:cNvPr>
            <p:cNvSpPr/>
            <p:nvPr/>
          </p:nvSpPr>
          <p:spPr>
            <a:xfrm>
              <a:off x="520942" y="523827"/>
              <a:ext cx="4175903" cy="4175903"/>
            </a:xfrm>
            <a:custGeom>
              <a:avLst/>
              <a:gdLst>
                <a:gd name="connsiteX0" fmla="*/ 3203172 w 3203171"/>
                <a:gd name="connsiteY0" fmla="*/ 1601586 h 3203171"/>
                <a:gd name="connsiteX1" fmla="*/ 1601586 w 3203171"/>
                <a:gd name="connsiteY1" fmla="*/ 3203172 h 3203171"/>
                <a:gd name="connsiteX2" fmla="*/ 0 w 3203171"/>
                <a:gd name="connsiteY2" fmla="*/ 1601586 h 3203171"/>
                <a:gd name="connsiteX3" fmla="*/ 1601586 w 3203171"/>
                <a:gd name="connsiteY3" fmla="*/ 0 h 3203171"/>
                <a:gd name="connsiteX4" fmla="*/ 3203172 w 3203171"/>
                <a:gd name="connsiteY4" fmla="*/ 1601586 h 3203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3171" h="3203171">
                  <a:moveTo>
                    <a:pt x="3203172" y="1601586"/>
                  </a:moveTo>
                  <a:cubicBezTo>
                    <a:pt x="3203172" y="2486117"/>
                    <a:pt x="2486118" y="3203172"/>
                    <a:pt x="1601586" y="3203172"/>
                  </a:cubicBezTo>
                  <a:cubicBezTo>
                    <a:pt x="717055" y="3203172"/>
                    <a:pt x="0" y="2486117"/>
                    <a:pt x="0" y="1601586"/>
                  </a:cubicBezTo>
                  <a:cubicBezTo>
                    <a:pt x="0" y="717054"/>
                    <a:pt x="717054" y="0"/>
                    <a:pt x="1601586" y="0"/>
                  </a:cubicBezTo>
                  <a:cubicBezTo>
                    <a:pt x="2486117" y="0"/>
                    <a:pt x="3203172" y="717054"/>
                    <a:pt x="3203172" y="1601586"/>
                  </a:cubicBezTo>
                  <a:close/>
                </a:path>
              </a:pathLst>
            </a:cu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0800000" scaled="1"/>
              <a:tileRect/>
            </a:gra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nvGrpSpPr>
            <p:cNvPr id="16" name="Graphic 9">
              <a:extLst>
                <a:ext uri="{FF2B5EF4-FFF2-40B4-BE49-F238E27FC236}">
                  <a16:creationId xmlns:a16="http://schemas.microsoft.com/office/drawing/2014/main" id="{C4638332-177C-C1A4-97DC-A2C7F56FE182}"/>
                </a:ext>
              </a:extLst>
            </p:cNvPr>
            <p:cNvGrpSpPr/>
            <p:nvPr/>
          </p:nvGrpSpPr>
          <p:grpSpPr>
            <a:xfrm>
              <a:off x="61322" y="60206"/>
              <a:ext cx="5105354" cy="5105354"/>
              <a:chOff x="821998" y="532850"/>
              <a:chExt cx="3916116" cy="3916116"/>
            </a:xfrm>
            <a:solidFill>
              <a:schemeClr val="accent1">
                <a:lumMod val="20000"/>
                <a:lumOff val="80000"/>
                <a:alpha val="50000"/>
              </a:schemeClr>
            </a:solidFill>
          </p:grpSpPr>
          <p:sp>
            <p:nvSpPr>
              <p:cNvPr id="749" name="Freeform: Shape 748">
                <a:extLst>
                  <a:ext uri="{FF2B5EF4-FFF2-40B4-BE49-F238E27FC236}">
                    <a16:creationId xmlns:a16="http://schemas.microsoft.com/office/drawing/2014/main" id="{95E6D6F4-2877-52D0-F1C8-CEE4B69F680A}"/>
                  </a:ext>
                </a:extLst>
              </p:cNvPr>
              <p:cNvSpPr/>
              <p:nvPr/>
            </p:nvSpPr>
            <p:spPr>
              <a:xfrm>
                <a:off x="821998" y="24580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0" name="Freeform: Shape 749">
                <a:extLst>
                  <a:ext uri="{FF2B5EF4-FFF2-40B4-BE49-F238E27FC236}">
                    <a16:creationId xmlns:a16="http://schemas.microsoft.com/office/drawing/2014/main" id="{52AA1B3C-1487-648E-AE26-A4F4FF0C5E2E}"/>
                  </a:ext>
                </a:extLst>
              </p:cNvPr>
              <p:cNvSpPr/>
              <p:nvPr/>
            </p:nvSpPr>
            <p:spPr>
              <a:xfrm>
                <a:off x="829301" y="229044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1" name="Freeform: Shape 750">
                <a:extLst>
                  <a:ext uri="{FF2B5EF4-FFF2-40B4-BE49-F238E27FC236}">
                    <a16:creationId xmlns:a16="http://schemas.microsoft.com/office/drawing/2014/main" id="{3726D025-ADD0-F36F-1F5A-3E7B302E2AEF}"/>
                  </a:ext>
                </a:extLst>
              </p:cNvPr>
              <p:cNvSpPr/>
              <p:nvPr/>
            </p:nvSpPr>
            <p:spPr>
              <a:xfrm>
                <a:off x="851210" y="212406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2" name="Freeform: Shape 751">
                <a:extLst>
                  <a:ext uri="{FF2B5EF4-FFF2-40B4-BE49-F238E27FC236}">
                    <a16:creationId xmlns:a16="http://schemas.microsoft.com/office/drawing/2014/main" id="{5D5A9001-8C8F-8405-D13F-BFF282AD412B}"/>
                  </a:ext>
                </a:extLst>
              </p:cNvPr>
              <p:cNvSpPr/>
              <p:nvPr/>
            </p:nvSpPr>
            <p:spPr>
              <a:xfrm>
                <a:off x="887514" y="196011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3" name="Freeform: Shape 752">
                <a:extLst>
                  <a:ext uri="{FF2B5EF4-FFF2-40B4-BE49-F238E27FC236}">
                    <a16:creationId xmlns:a16="http://schemas.microsoft.com/office/drawing/2014/main" id="{E310B3B4-08D6-0D1D-0325-BA79DB67A657}"/>
                  </a:ext>
                </a:extLst>
              </p:cNvPr>
              <p:cNvSpPr/>
              <p:nvPr/>
            </p:nvSpPr>
            <p:spPr>
              <a:xfrm>
                <a:off x="938000" y="180008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4" name="Freeform: Shape 753">
                <a:extLst>
                  <a:ext uri="{FF2B5EF4-FFF2-40B4-BE49-F238E27FC236}">
                    <a16:creationId xmlns:a16="http://schemas.microsoft.com/office/drawing/2014/main" id="{99384130-1A9D-4674-AEE8-0793D4A53965}"/>
                  </a:ext>
                </a:extLst>
              </p:cNvPr>
              <p:cNvSpPr/>
              <p:nvPr/>
            </p:nvSpPr>
            <p:spPr>
              <a:xfrm>
                <a:off x="1002140" y="164502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5" name="Freeform: Shape 754">
                <a:extLst>
                  <a:ext uri="{FF2B5EF4-FFF2-40B4-BE49-F238E27FC236}">
                    <a16:creationId xmlns:a16="http://schemas.microsoft.com/office/drawing/2014/main" id="{70621F2D-B24F-191D-B75A-54D0C5EE4FEF}"/>
                  </a:ext>
                </a:extLst>
              </p:cNvPr>
              <p:cNvSpPr/>
              <p:nvPr/>
            </p:nvSpPr>
            <p:spPr>
              <a:xfrm>
                <a:off x="1079615" y="14961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6" name="Freeform: Shape 755">
                <a:extLst>
                  <a:ext uri="{FF2B5EF4-FFF2-40B4-BE49-F238E27FC236}">
                    <a16:creationId xmlns:a16="http://schemas.microsoft.com/office/drawing/2014/main" id="{46B5D85C-5A04-1BB4-114F-F71E955A37A5}"/>
                  </a:ext>
                </a:extLst>
              </p:cNvPr>
              <p:cNvSpPr/>
              <p:nvPr/>
            </p:nvSpPr>
            <p:spPr>
              <a:xfrm>
                <a:off x="1169686" y="135449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7" name="Freeform: Shape 756">
                <a:extLst>
                  <a:ext uri="{FF2B5EF4-FFF2-40B4-BE49-F238E27FC236}">
                    <a16:creationId xmlns:a16="http://schemas.microsoft.com/office/drawing/2014/main" id="{B7F664DD-B3F8-7E72-EA53-29C70E678A89}"/>
                  </a:ext>
                </a:extLst>
              </p:cNvPr>
              <p:cNvSpPr/>
              <p:nvPr/>
            </p:nvSpPr>
            <p:spPr>
              <a:xfrm>
                <a:off x="1271822" y="12213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8" name="Freeform: Shape 757">
                <a:extLst>
                  <a:ext uri="{FF2B5EF4-FFF2-40B4-BE49-F238E27FC236}">
                    <a16:creationId xmlns:a16="http://schemas.microsoft.com/office/drawing/2014/main" id="{496F8FB5-0737-5794-F3D8-A1BAD0134C9F}"/>
                  </a:ext>
                </a:extLst>
              </p:cNvPr>
              <p:cNvSpPr/>
              <p:nvPr/>
            </p:nvSpPr>
            <p:spPr>
              <a:xfrm>
                <a:off x="1385178" y="109751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9" name="Freeform: Shape 758">
                <a:extLst>
                  <a:ext uri="{FF2B5EF4-FFF2-40B4-BE49-F238E27FC236}">
                    <a16:creationId xmlns:a16="http://schemas.microsoft.com/office/drawing/2014/main" id="{AA3C6B01-43DB-6090-6FF8-A2B86749AF9F}"/>
                  </a:ext>
                </a:extLst>
              </p:cNvPr>
              <p:cNvSpPr/>
              <p:nvPr/>
            </p:nvSpPr>
            <p:spPr>
              <a:xfrm>
                <a:off x="1508800" y="984050"/>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0" name="Freeform: Shape 759">
                <a:extLst>
                  <a:ext uri="{FF2B5EF4-FFF2-40B4-BE49-F238E27FC236}">
                    <a16:creationId xmlns:a16="http://schemas.microsoft.com/office/drawing/2014/main" id="{AABDBED3-BB38-CFE7-0E98-B06CBCA7D7C5}"/>
                  </a:ext>
                </a:extLst>
              </p:cNvPr>
              <p:cNvSpPr/>
              <p:nvPr/>
            </p:nvSpPr>
            <p:spPr>
              <a:xfrm>
                <a:off x="1641843" y="88180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1" name="Freeform: Shape 760">
                <a:extLst>
                  <a:ext uri="{FF2B5EF4-FFF2-40B4-BE49-F238E27FC236}">
                    <a16:creationId xmlns:a16="http://schemas.microsoft.com/office/drawing/2014/main" id="{4E5ADF98-AAF2-CF47-FC39-2069FBFE1598}"/>
                  </a:ext>
                </a:extLst>
              </p:cNvPr>
              <p:cNvSpPr/>
              <p:nvPr/>
            </p:nvSpPr>
            <p:spPr>
              <a:xfrm>
                <a:off x="1783352" y="79152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2" name="Freeform: Shape 761">
                <a:extLst>
                  <a:ext uri="{FF2B5EF4-FFF2-40B4-BE49-F238E27FC236}">
                    <a16:creationId xmlns:a16="http://schemas.microsoft.com/office/drawing/2014/main" id="{D6C3B598-26C4-5FC1-7CD6-53D7DA729DE6}"/>
                  </a:ext>
                </a:extLst>
              </p:cNvPr>
              <p:cNvSpPr/>
              <p:nvPr/>
            </p:nvSpPr>
            <p:spPr>
              <a:xfrm>
                <a:off x="1932164" y="71394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3" name="Freeform: Shape 762">
                <a:extLst>
                  <a:ext uri="{FF2B5EF4-FFF2-40B4-BE49-F238E27FC236}">
                    <a16:creationId xmlns:a16="http://schemas.microsoft.com/office/drawing/2014/main" id="{977ADDB4-A18F-98F9-F9DE-5B5237F8E46D}"/>
                  </a:ext>
                </a:extLst>
              </p:cNvPr>
              <p:cNvSpPr/>
              <p:nvPr/>
            </p:nvSpPr>
            <p:spPr>
              <a:xfrm>
                <a:off x="2087221" y="6495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4" name="Freeform: Shape 763">
                <a:extLst>
                  <a:ext uri="{FF2B5EF4-FFF2-40B4-BE49-F238E27FC236}">
                    <a16:creationId xmlns:a16="http://schemas.microsoft.com/office/drawing/2014/main" id="{FCE6DFA2-418C-8B45-B6D6-9C10712D8191}"/>
                  </a:ext>
                </a:extLst>
              </p:cNvPr>
              <p:cNvSpPr/>
              <p:nvPr/>
            </p:nvSpPr>
            <p:spPr>
              <a:xfrm>
                <a:off x="2247253" y="598895"/>
                <a:ext cx="65621" cy="65621"/>
              </a:xfrm>
              <a:custGeom>
                <a:avLst/>
                <a:gdLst>
                  <a:gd name="connsiteX0" fmla="*/ 65621 w 65621"/>
                  <a:gd name="connsiteY0" fmla="*/ 32811 h 65621"/>
                  <a:gd name="connsiteX1" fmla="*/ 32810 w 65621"/>
                  <a:gd name="connsiteY1" fmla="*/ 65621 h 65621"/>
                  <a:gd name="connsiteX2" fmla="*/ 0 w 65621"/>
                  <a:gd name="connsiteY2" fmla="*/ 32811 h 65621"/>
                  <a:gd name="connsiteX3" fmla="*/ 32810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0" y="65621"/>
                    </a:cubicBezTo>
                    <a:cubicBezTo>
                      <a:pt x="14689" y="65621"/>
                      <a:pt x="0" y="50932"/>
                      <a:pt x="0" y="32811"/>
                    </a:cubicBezTo>
                    <a:cubicBezTo>
                      <a:pt x="0" y="14690"/>
                      <a:pt x="14689" y="0"/>
                      <a:pt x="32810"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5" name="Freeform: Shape 764">
                <a:extLst>
                  <a:ext uri="{FF2B5EF4-FFF2-40B4-BE49-F238E27FC236}">
                    <a16:creationId xmlns:a16="http://schemas.microsoft.com/office/drawing/2014/main" id="{2275842B-7F1A-70A8-AEC6-67ADE7A0FE61}"/>
                  </a:ext>
                </a:extLst>
              </p:cNvPr>
              <p:cNvSpPr/>
              <p:nvPr/>
            </p:nvSpPr>
            <p:spPr>
              <a:xfrm>
                <a:off x="2410989" y="56248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1"/>
                      <a:pt x="50932" y="65621"/>
                      <a:pt x="32811" y="65621"/>
                    </a:cubicBezTo>
                    <a:cubicBezTo>
                      <a:pt x="14689" y="65621"/>
                      <a:pt x="0" y="50931"/>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6" name="Freeform: Shape 765">
                <a:extLst>
                  <a:ext uri="{FF2B5EF4-FFF2-40B4-BE49-F238E27FC236}">
                    <a16:creationId xmlns:a16="http://schemas.microsoft.com/office/drawing/2014/main" id="{E8E911A8-66D4-A96D-621A-96074AC0DBD7}"/>
                  </a:ext>
                </a:extLst>
              </p:cNvPr>
              <p:cNvSpPr/>
              <p:nvPr/>
            </p:nvSpPr>
            <p:spPr>
              <a:xfrm>
                <a:off x="2577371" y="54036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7" name="Freeform: Shape 766">
                <a:extLst>
                  <a:ext uri="{FF2B5EF4-FFF2-40B4-BE49-F238E27FC236}">
                    <a16:creationId xmlns:a16="http://schemas.microsoft.com/office/drawing/2014/main" id="{CB4D1BFF-D258-2BD3-FF64-5D130DA00557}"/>
                  </a:ext>
                </a:extLst>
              </p:cNvPr>
              <p:cNvSpPr/>
              <p:nvPr/>
            </p:nvSpPr>
            <p:spPr>
              <a:xfrm>
                <a:off x="2745023" y="532850"/>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8" name="Freeform: Shape 767">
                <a:extLst>
                  <a:ext uri="{FF2B5EF4-FFF2-40B4-BE49-F238E27FC236}">
                    <a16:creationId xmlns:a16="http://schemas.microsoft.com/office/drawing/2014/main" id="{F2A014EA-0A56-FC05-8980-FD740036525A}"/>
                  </a:ext>
                </a:extLst>
              </p:cNvPr>
              <p:cNvSpPr/>
              <p:nvPr/>
            </p:nvSpPr>
            <p:spPr>
              <a:xfrm>
                <a:off x="2912781" y="5399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9" name="Freeform: Shape 768">
                <a:extLst>
                  <a:ext uri="{FF2B5EF4-FFF2-40B4-BE49-F238E27FC236}">
                    <a16:creationId xmlns:a16="http://schemas.microsoft.com/office/drawing/2014/main" id="{993C46F3-1CA8-B72F-F4E0-26BE802EE129}"/>
                  </a:ext>
                </a:extLst>
              </p:cNvPr>
              <p:cNvSpPr/>
              <p:nvPr/>
            </p:nvSpPr>
            <p:spPr>
              <a:xfrm>
                <a:off x="3079163" y="56163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0" name="Freeform: Shape 769">
                <a:extLst>
                  <a:ext uri="{FF2B5EF4-FFF2-40B4-BE49-F238E27FC236}">
                    <a16:creationId xmlns:a16="http://schemas.microsoft.com/office/drawing/2014/main" id="{8598F6EB-C62A-A28F-76CB-512909610883}"/>
                  </a:ext>
                </a:extLst>
              </p:cNvPr>
              <p:cNvSpPr/>
              <p:nvPr/>
            </p:nvSpPr>
            <p:spPr>
              <a:xfrm>
                <a:off x="3243111" y="597837"/>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1" name="Freeform: Shape 770">
                <a:extLst>
                  <a:ext uri="{FF2B5EF4-FFF2-40B4-BE49-F238E27FC236}">
                    <a16:creationId xmlns:a16="http://schemas.microsoft.com/office/drawing/2014/main" id="{0EFF49CD-7F24-5F05-C94C-CC0862C1194B}"/>
                  </a:ext>
                </a:extLst>
              </p:cNvPr>
              <p:cNvSpPr/>
              <p:nvPr/>
            </p:nvSpPr>
            <p:spPr>
              <a:xfrm>
                <a:off x="3403248" y="648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89" y="65621"/>
                      <a:pt x="0" y="50932"/>
                      <a:pt x="0" y="32811"/>
                    </a:cubicBezTo>
                    <a:cubicBezTo>
                      <a:pt x="0" y="14690"/>
                      <a:pt x="14689"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2" name="Freeform: Shape 771">
                <a:extLst>
                  <a:ext uri="{FF2B5EF4-FFF2-40B4-BE49-F238E27FC236}">
                    <a16:creationId xmlns:a16="http://schemas.microsoft.com/office/drawing/2014/main" id="{F9C9C601-FA7A-20C8-BCBD-324FD6000A75}"/>
                  </a:ext>
                </a:extLst>
              </p:cNvPr>
              <p:cNvSpPr/>
              <p:nvPr/>
            </p:nvSpPr>
            <p:spPr>
              <a:xfrm>
                <a:off x="3558411" y="71203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3" name="Freeform: Shape 772">
                <a:extLst>
                  <a:ext uri="{FF2B5EF4-FFF2-40B4-BE49-F238E27FC236}">
                    <a16:creationId xmlns:a16="http://schemas.microsoft.com/office/drawing/2014/main" id="{29BE9380-1CD7-D7B5-B138-B25DEBE476D1}"/>
                  </a:ext>
                </a:extLst>
              </p:cNvPr>
              <p:cNvSpPr/>
              <p:nvPr/>
            </p:nvSpPr>
            <p:spPr>
              <a:xfrm>
                <a:off x="3707329" y="78930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4" name="Freeform: Shape 773">
                <a:extLst>
                  <a:ext uri="{FF2B5EF4-FFF2-40B4-BE49-F238E27FC236}">
                    <a16:creationId xmlns:a16="http://schemas.microsoft.com/office/drawing/2014/main" id="{81B910BE-F5D4-EAC7-EF04-E7B028B30FCF}"/>
                  </a:ext>
                </a:extLst>
              </p:cNvPr>
              <p:cNvSpPr/>
              <p:nvPr/>
            </p:nvSpPr>
            <p:spPr>
              <a:xfrm>
                <a:off x="3849050" y="879268"/>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5" name="Freeform: Shape 774">
                <a:extLst>
                  <a:ext uri="{FF2B5EF4-FFF2-40B4-BE49-F238E27FC236}">
                    <a16:creationId xmlns:a16="http://schemas.microsoft.com/office/drawing/2014/main" id="{422E3391-38D5-2DBD-EDCE-96D7DF3B5815}"/>
                  </a:ext>
                </a:extLst>
              </p:cNvPr>
              <p:cNvSpPr/>
              <p:nvPr/>
            </p:nvSpPr>
            <p:spPr>
              <a:xfrm>
                <a:off x="3982410" y="98129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6" name="Freeform: Shape 775">
                <a:extLst>
                  <a:ext uri="{FF2B5EF4-FFF2-40B4-BE49-F238E27FC236}">
                    <a16:creationId xmlns:a16="http://schemas.microsoft.com/office/drawing/2014/main" id="{5F0DC0CE-BA83-5F7C-6D52-8E8EAA60318D}"/>
                  </a:ext>
                </a:extLst>
              </p:cNvPr>
              <p:cNvSpPr/>
              <p:nvPr/>
            </p:nvSpPr>
            <p:spPr>
              <a:xfrm>
                <a:off x="4106244" y="109444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7" name="Freeform: Shape 776">
                <a:extLst>
                  <a:ext uri="{FF2B5EF4-FFF2-40B4-BE49-F238E27FC236}">
                    <a16:creationId xmlns:a16="http://schemas.microsoft.com/office/drawing/2014/main" id="{F82E96ED-FFA3-D073-5916-98D0745D9EB8}"/>
                  </a:ext>
                </a:extLst>
              </p:cNvPr>
              <p:cNvSpPr/>
              <p:nvPr/>
            </p:nvSpPr>
            <p:spPr>
              <a:xfrm>
                <a:off x="4219917" y="121795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8" name="Freeform: Shape 777">
                <a:extLst>
                  <a:ext uri="{FF2B5EF4-FFF2-40B4-BE49-F238E27FC236}">
                    <a16:creationId xmlns:a16="http://schemas.microsoft.com/office/drawing/2014/main" id="{2B7709A8-6932-ADA7-5B6E-5216C68F4B95}"/>
                  </a:ext>
                </a:extLst>
              </p:cNvPr>
              <p:cNvSpPr/>
              <p:nvPr/>
            </p:nvSpPr>
            <p:spPr>
              <a:xfrm>
                <a:off x="4322266" y="135100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9" name="Freeform: Shape 778">
                <a:extLst>
                  <a:ext uri="{FF2B5EF4-FFF2-40B4-BE49-F238E27FC236}">
                    <a16:creationId xmlns:a16="http://schemas.microsoft.com/office/drawing/2014/main" id="{F1AEC8F8-8FD1-0A11-A7D0-47A2138CFAF3}"/>
                  </a:ext>
                </a:extLst>
              </p:cNvPr>
              <p:cNvSpPr/>
              <p:nvPr/>
            </p:nvSpPr>
            <p:spPr>
              <a:xfrm>
                <a:off x="4412760" y="1492299"/>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0" name="Freeform: Shape 779">
                <a:extLst>
                  <a:ext uri="{FF2B5EF4-FFF2-40B4-BE49-F238E27FC236}">
                    <a16:creationId xmlns:a16="http://schemas.microsoft.com/office/drawing/2014/main" id="{8E6DAEF4-5BDD-7EFC-A329-6EB7AA05BC00}"/>
                  </a:ext>
                </a:extLst>
              </p:cNvPr>
              <p:cNvSpPr/>
              <p:nvPr/>
            </p:nvSpPr>
            <p:spPr>
              <a:xfrm>
                <a:off x="4490553" y="16410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1" name="Freeform: Shape 780">
                <a:extLst>
                  <a:ext uri="{FF2B5EF4-FFF2-40B4-BE49-F238E27FC236}">
                    <a16:creationId xmlns:a16="http://schemas.microsoft.com/office/drawing/2014/main" id="{B3CAC278-8F14-B99D-0D65-64D060A25D8E}"/>
                  </a:ext>
                </a:extLst>
              </p:cNvPr>
              <p:cNvSpPr/>
              <p:nvPr/>
            </p:nvSpPr>
            <p:spPr>
              <a:xfrm>
                <a:off x="4555010" y="1795957"/>
                <a:ext cx="65621" cy="65621"/>
              </a:xfrm>
              <a:custGeom>
                <a:avLst/>
                <a:gdLst>
                  <a:gd name="connsiteX0" fmla="*/ 65622 w 65621"/>
                  <a:gd name="connsiteY0" fmla="*/ 32811 h 65621"/>
                  <a:gd name="connsiteX1" fmla="*/ 32811 w 65621"/>
                  <a:gd name="connsiteY1" fmla="*/ 65622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2" name="Freeform: Shape 781">
                <a:extLst>
                  <a:ext uri="{FF2B5EF4-FFF2-40B4-BE49-F238E27FC236}">
                    <a16:creationId xmlns:a16="http://schemas.microsoft.com/office/drawing/2014/main" id="{F1579985-8A3C-2B41-0E63-F13EAC4683B0}"/>
                  </a:ext>
                </a:extLst>
              </p:cNvPr>
              <p:cNvSpPr/>
              <p:nvPr/>
            </p:nvSpPr>
            <p:spPr>
              <a:xfrm>
                <a:off x="4605814" y="1955988"/>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3" name="Freeform: Shape 782">
                <a:extLst>
                  <a:ext uri="{FF2B5EF4-FFF2-40B4-BE49-F238E27FC236}">
                    <a16:creationId xmlns:a16="http://schemas.microsoft.com/office/drawing/2014/main" id="{857F0A08-5D14-8844-8168-F789EF176CC2}"/>
                  </a:ext>
                </a:extLst>
              </p:cNvPr>
              <p:cNvSpPr/>
              <p:nvPr/>
            </p:nvSpPr>
            <p:spPr>
              <a:xfrm>
                <a:off x="4642540" y="2119724"/>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4" name="Freeform: Shape 783">
                <a:extLst>
                  <a:ext uri="{FF2B5EF4-FFF2-40B4-BE49-F238E27FC236}">
                    <a16:creationId xmlns:a16="http://schemas.microsoft.com/office/drawing/2014/main" id="{4EF6639A-97B0-7DC7-4936-02FF96F3C564}"/>
                  </a:ext>
                </a:extLst>
              </p:cNvPr>
              <p:cNvSpPr/>
              <p:nvPr/>
            </p:nvSpPr>
            <p:spPr>
              <a:xfrm>
                <a:off x="4664767" y="2286106"/>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5" name="Freeform: Shape 784">
                <a:extLst>
                  <a:ext uri="{FF2B5EF4-FFF2-40B4-BE49-F238E27FC236}">
                    <a16:creationId xmlns:a16="http://schemas.microsoft.com/office/drawing/2014/main" id="{6A2F1A7E-850B-9DD7-374A-3C1E405410F9}"/>
                  </a:ext>
                </a:extLst>
              </p:cNvPr>
              <p:cNvSpPr/>
              <p:nvPr/>
            </p:nvSpPr>
            <p:spPr>
              <a:xfrm>
                <a:off x="4672493" y="2453758"/>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6" name="Freeform: Shape 785">
                <a:extLst>
                  <a:ext uri="{FF2B5EF4-FFF2-40B4-BE49-F238E27FC236}">
                    <a16:creationId xmlns:a16="http://schemas.microsoft.com/office/drawing/2014/main" id="{C28B3848-2C21-3F33-4E3C-2BA2F38C0CF9}"/>
                  </a:ext>
                </a:extLst>
              </p:cNvPr>
              <p:cNvSpPr/>
              <p:nvPr/>
            </p:nvSpPr>
            <p:spPr>
              <a:xfrm>
                <a:off x="4665508" y="2621410"/>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7" name="Freeform: Shape 786">
                <a:extLst>
                  <a:ext uri="{FF2B5EF4-FFF2-40B4-BE49-F238E27FC236}">
                    <a16:creationId xmlns:a16="http://schemas.microsoft.com/office/drawing/2014/main" id="{73F7D743-1574-D992-4BA7-E6A7CEA1BACA}"/>
                  </a:ext>
                </a:extLst>
              </p:cNvPr>
              <p:cNvSpPr/>
              <p:nvPr/>
            </p:nvSpPr>
            <p:spPr>
              <a:xfrm>
                <a:off x="4644022" y="278789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8" name="Freeform: Shape 787">
                <a:extLst>
                  <a:ext uri="{FF2B5EF4-FFF2-40B4-BE49-F238E27FC236}">
                    <a16:creationId xmlns:a16="http://schemas.microsoft.com/office/drawing/2014/main" id="{EA6585A1-FFE3-828C-FF58-D737A44D8A3B}"/>
                  </a:ext>
                </a:extLst>
              </p:cNvPr>
              <p:cNvSpPr/>
              <p:nvPr/>
            </p:nvSpPr>
            <p:spPr>
              <a:xfrm>
                <a:off x="4608142" y="295184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9" name="Freeform: Shape 788">
                <a:extLst>
                  <a:ext uri="{FF2B5EF4-FFF2-40B4-BE49-F238E27FC236}">
                    <a16:creationId xmlns:a16="http://schemas.microsoft.com/office/drawing/2014/main" id="{D208938E-7DD7-955F-4821-FAD03701B511}"/>
                  </a:ext>
                </a:extLst>
              </p:cNvPr>
              <p:cNvSpPr/>
              <p:nvPr/>
            </p:nvSpPr>
            <p:spPr>
              <a:xfrm>
                <a:off x="4558079" y="3111983"/>
                <a:ext cx="65621" cy="65621"/>
              </a:xfrm>
              <a:custGeom>
                <a:avLst/>
                <a:gdLst>
                  <a:gd name="connsiteX0" fmla="*/ 65621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1" y="50932"/>
                      <a:pt x="1" y="32811"/>
                    </a:cubicBezTo>
                    <a:cubicBezTo>
                      <a:pt x="1"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0" name="Freeform: Shape 789">
                <a:extLst>
                  <a:ext uri="{FF2B5EF4-FFF2-40B4-BE49-F238E27FC236}">
                    <a16:creationId xmlns:a16="http://schemas.microsoft.com/office/drawing/2014/main" id="{9BF2992D-2621-DBF5-277D-94B652B17AFD}"/>
                  </a:ext>
                </a:extLst>
              </p:cNvPr>
              <p:cNvSpPr/>
              <p:nvPr/>
            </p:nvSpPr>
            <p:spPr>
              <a:xfrm>
                <a:off x="4494257" y="326725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1" name="Freeform: Shape 790">
                <a:extLst>
                  <a:ext uri="{FF2B5EF4-FFF2-40B4-BE49-F238E27FC236}">
                    <a16:creationId xmlns:a16="http://schemas.microsoft.com/office/drawing/2014/main" id="{06888DD2-D388-E93E-C5CA-88673017030B}"/>
                  </a:ext>
                </a:extLst>
              </p:cNvPr>
              <p:cNvSpPr/>
              <p:nvPr/>
            </p:nvSpPr>
            <p:spPr>
              <a:xfrm>
                <a:off x="4417099" y="341627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1"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2" name="Freeform: Shape 791">
                <a:extLst>
                  <a:ext uri="{FF2B5EF4-FFF2-40B4-BE49-F238E27FC236}">
                    <a16:creationId xmlns:a16="http://schemas.microsoft.com/office/drawing/2014/main" id="{15C9C285-114B-C7A0-577C-1E494718D724}"/>
                  </a:ext>
                </a:extLst>
              </p:cNvPr>
              <p:cNvSpPr/>
              <p:nvPr/>
            </p:nvSpPr>
            <p:spPr>
              <a:xfrm>
                <a:off x="4327346" y="3558103"/>
                <a:ext cx="65621" cy="65621"/>
              </a:xfrm>
              <a:custGeom>
                <a:avLst/>
                <a:gdLst>
                  <a:gd name="connsiteX0" fmla="*/ 65622 w 65621"/>
                  <a:gd name="connsiteY0" fmla="*/ 32811 h 65621"/>
                  <a:gd name="connsiteX1" fmla="*/ 32811 w 65621"/>
                  <a:gd name="connsiteY1" fmla="*/ 65621 h 65621"/>
                  <a:gd name="connsiteX2" fmla="*/ 1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1" y="65621"/>
                      <a:pt x="32811" y="65621"/>
                    </a:cubicBezTo>
                    <a:cubicBezTo>
                      <a:pt x="14690" y="65621"/>
                      <a:pt x="1" y="50932"/>
                      <a:pt x="1" y="32811"/>
                    </a:cubicBezTo>
                    <a:cubicBezTo>
                      <a:pt x="1" y="14690"/>
                      <a:pt x="14691"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3" name="Freeform: Shape 792">
                <a:extLst>
                  <a:ext uri="{FF2B5EF4-FFF2-40B4-BE49-F238E27FC236}">
                    <a16:creationId xmlns:a16="http://schemas.microsoft.com/office/drawing/2014/main" id="{641A1FF0-3B81-6F71-24D3-A8CAB81374E1}"/>
                  </a:ext>
                </a:extLst>
              </p:cNvPr>
              <p:cNvSpPr/>
              <p:nvPr/>
            </p:nvSpPr>
            <p:spPr>
              <a:xfrm>
                <a:off x="4225527" y="3691569"/>
                <a:ext cx="65621" cy="65621"/>
              </a:xfrm>
              <a:custGeom>
                <a:avLst/>
                <a:gdLst>
                  <a:gd name="connsiteX0" fmla="*/ 65622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2"/>
                      <a:pt x="32811" y="65622"/>
                    </a:cubicBezTo>
                    <a:cubicBezTo>
                      <a:pt x="14690" y="65622"/>
                      <a:pt x="0" y="50932"/>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4" name="Freeform: Shape 793">
                <a:extLst>
                  <a:ext uri="{FF2B5EF4-FFF2-40B4-BE49-F238E27FC236}">
                    <a16:creationId xmlns:a16="http://schemas.microsoft.com/office/drawing/2014/main" id="{EC1CF3EC-9E98-2EA3-9B65-FD039A0EC7F4}"/>
                  </a:ext>
                </a:extLst>
              </p:cNvPr>
              <p:cNvSpPr/>
              <p:nvPr/>
            </p:nvSpPr>
            <p:spPr>
              <a:xfrm>
                <a:off x="4112489" y="3815614"/>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5" name="Freeform: Shape 794">
                <a:extLst>
                  <a:ext uri="{FF2B5EF4-FFF2-40B4-BE49-F238E27FC236}">
                    <a16:creationId xmlns:a16="http://schemas.microsoft.com/office/drawing/2014/main" id="{478A732F-F0E8-450D-A3B9-53578FD666A9}"/>
                  </a:ext>
                </a:extLst>
              </p:cNvPr>
              <p:cNvSpPr/>
              <p:nvPr/>
            </p:nvSpPr>
            <p:spPr>
              <a:xfrm>
                <a:off x="3989078" y="3929288"/>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6" name="Freeform: Shape 795">
                <a:extLst>
                  <a:ext uri="{FF2B5EF4-FFF2-40B4-BE49-F238E27FC236}">
                    <a16:creationId xmlns:a16="http://schemas.microsoft.com/office/drawing/2014/main" id="{87FE4E7B-1399-0059-29FF-5A689C9B3BE7}"/>
                  </a:ext>
                </a:extLst>
              </p:cNvPr>
              <p:cNvSpPr/>
              <p:nvPr/>
            </p:nvSpPr>
            <p:spPr>
              <a:xfrm>
                <a:off x="3856142" y="40318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7" name="Freeform: Shape 796">
                <a:extLst>
                  <a:ext uri="{FF2B5EF4-FFF2-40B4-BE49-F238E27FC236}">
                    <a16:creationId xmlns:a16="http://schemas.microsoft.com/office/drawing/2014/main" id="{9745982C-0A57-9A0E-F77F-1D96C254C073}"/>
                  </a:ext>
                </a:extLst>
              </p:cNvPr>
              <p:cNvSpPr/>
              <p:nvPr/>
            </p:nvSpPr>
            <p:spPr>
              <a:xfrm>
                <a:off x="3714950" y="412244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8" name="Freeform: Shape 797">
                <a:extLst>
                  <a:ext uri="{FF2B5EF4-FFF2-40B4-BE49-F238E27FC236}">
                    <a16:creationId xmlns:a16="http://schemas.microsoft.com/office/drawing/2014/main" id="{AB8B32F2-124F-8239-89ED-91110BF664D8}"/>
                  </a:ext>
                </a:extLst>
              </p:cNvPr>
              <p:cNvSpPr/>
              <p:nvPr/>
            </p:nvSpPr>
            <p:spPr>
              <a:xfrm>
                <a:off x="3566243" y="4200452"/>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9" name="Freeform: Shape 798">
                <a:extLst>
                  <a:ext uri="{FF2B5EF4-FFF2-40B4-BE49-F238E27FC236}">
                    <a16:creationId xmlns:a16="http://schemas.microsoft.com/office/drawing/2014/main" id="{E5DD4871-EF9B-24DE-56E9-9D21EB7CAF41}"/>
                  </a:ext>
                </a:extLst>
              </p:cNvPr>
              <p:cNvSpPr/>
              <p:nvPr/>
            </p:nvSpPr>
            <p:spPr>
              <a:xfrm>
                <a:off x="3411398" y="426512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89"/>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0" name="Freeform: Shape 799">
                <a:extLst>
                  <a:ext uri="{FF2B5EF4-FFF2-40B4-BE49-F238E27FC236}">
                    <a16:creationId xmlns:a16="http://schemas.microsoft.com/office/drawing/2014/main" id="{834B8761-2AC9-D1F6-E20F-58AE2C696EED}"/>
                  </a:ext>
                </a:extLst>
              </p:cNvPr>
              <p:cNvSpPr/>
              <p:nvPr/>
            </p:nvSpPr>
            <p:spPr>
              <a:xfrm>
                <a:off x="3251472" y="431613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1" name="Freeform: Shape 800">
                <a:extLst>
                  <a:ext uri="{FF2B5EF4-FFF2-40B4-BE49-F238E27FC236}">
                    <a16:creationId xmlns:a16="http://schemas.microsoft.com/office/drawing/2014/main" id="{81339AF5-2452-9E06-3FC7-BBAA619BE91C}"/>
                  </a:ext>
                </a:extLst>
              </p:cNvPr>
              <p:cNvSpPr/>
              <p:nvPr/>
            </p:nvSpPr>
            <p:spPr>
              <a:xfrm>
                <a:off x="3087736" y="435296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2" name="Freeform: Shape 801">
                <a:extLst>
                  <a:ext uri="{FF2B5EF4-FFF2-40B4-BE49-F238E27FC236}">
                    <a16:creationId xmlns:a16="http://schemas.microsoft.com/office/drawing/2014/main" id="{230FE578-013B-0407-447C-14C2277CCFCF}"/>
                  </a:ext>
                </a:extLst>
              </p:cNvPr>
              <p:cNvSpPr/>
              <p:nvPr/>
            </p:nvSpPr>
            <p:spPr>
              <a:xfrm>
                <a:off x="2921460" y="4375407"/>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3" name="Freeform: Shape 802">
                <a:extLst>
                  <a:ext uri="{FF2B5EF4-FFF2-40B4-BE49-F238E27FC236}">
                    <a16:creationId xmlns:a16="http://schemas.microsoft.com/office/drawing/2014/main" id="{F59AEE43-2E63-B4B5-2070-07D645131924}"/>
                  </a:ext>
                </a:extLst>
              </p:cNvPr>
              <p:cNvSpPr/>
              <p:nvPr/>
            </p:nvSpPr>
            <p:spPr>
              <a:xfrm>
                <a:off x="2753808" y="438334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4" name="Freeform: Shape 803">
                <a:extLst>
                  <a:ext uri="{FF2B5EF4-FFF2-40B4-BE49-F238E27FC236}">
                    <a16:creationId xmlns:a16="http://schemas.microsoft.com/office/drawing/2014/main" id="{1B039C7D-95C9-AD5C-2AAF-DC8E771E9D36}"/>
                  </a:ext>
                </a:extLst>
              </p:cNvPr>
              <p:cNvSpPr/>
              <p:nvPr/>
            </p:nvSpPr>
            <p:spPr>
              <a:xfrm>
                <a:off x="2586050" y="437657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5" name="Freeform: Shape 804">
                <a:extLst>
                  <a:ext uri="{FF2B5EF4-FFF2-40B4-BE49-F238E27FC236}">
                    <a16:creationId xmlns:a16="http://schemas.microsoft.com/office/drawing/2014/main" id="{CF2B3ABF-B4D7-86ED-A6D2-12D3C67A8F10}"/>
                  </a:ext>
                </a:extLst>
              </p:cNvPr>
              <p:cNvSpPr/>
              <p:nvPr/>
            </p:nvSpPr>
            <p:spPr>
              <a:xfrm>
                <a:off x="2419562" y="4355298"/>
                <a:ext cx="65621" cy="65621"/>
              </a:xfrm>
              <a:custGeom>
                <a:avLst/>
                <a:gdLst>
                  <a:gd name="connsiteX0" fmla="*/ 65622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2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1"/>
                    </a:moveTo>
                    <a:cubicBezTo>
                      <a:pt x="65622" y="50932"/>
                      <a:pt x="50932" y="65621"/>
                      <a:pt x="32811" y="65621"/>
                    </a:cubicBezTo>
                    <a:cubicBezTo>
                      <a:pt x="14690" y="65621"/>
                      <a:pt x="0" y="50931"/>
                      <a:pt x="0" y="32811"/>
                    </a:cubicBezTo>
                    <a:cubicBezTo>
                      <a:pt x="0" y="14690"/>
                      <a:pt x="14690" y="0"/>
                      <a:pt x="32811" y="0"/>
                    </a:cubicBezTo>
                    <a:cubicBezTo>
                      <a:pt x="50932" y="0"/>
                      <a:pt x="65622" y="14690"/>
                      <a:pt x="65622"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6" name="Freeform: Shape 805">
                <a:extLst>
                  <a:ext uri="{FF2B5EF4-FFF2-40B4-BE49-F238E27FC236}">
                    <a16:creationId xmlns:a16="http://schemas.microsoft.com/office/drawing/2014/main" id="{99723CA0-5E24-D6DA-122C-4988CC679677}"/>
                  </a:ext>
                </a:extLst>
              </p:cNvPr>
              <p:cNvSpPr/>
              <p:nvPr/>
            </p:nvSpPr>
            <p:spPr>
              <a:xfrm>
                <a:off x="2255614" y="4319523"/>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7" name="Freeform: Shape 806">
                <a:extLst>
                  <a:ext uri="{FF2B5EF4-FFF2-40B4-BE49-F238E27FC236}">
                    <a16:creationId xmlns:a16="http://schemas.microsoft.com/office/drawing/2014/main" id="{53845007-18C1-7139-44CE-A7EAF6DBE3E4}"/>
                  </a:ext>
                </a:extLst>
              </p:cNvPr>
              <p:cNvSpPr/>
              <p:nvPr/>
            </p:nvSpPr>
            <p:spPr>
              <a:xfrm>
                <a:off x="2095371" y="4269672"/>
                <a:ext cx="65621" cy="65621"/>
              </a:xfrm>
              <a:custGeom>
                <a:avLst/>
                <a:gdLst>
                  <a:gd name="connsiteX0" fmla="*/ 65622 w 65621"/>
                  <a:gd name="connsiteY0" fmla="*/ 32810 h 65621"/>
                  <a:gd name="connsiteX1" fmla="*/ 32811 w 65621"/>
                  <a:gd name="connsiteY1" fmla="*/ 65621 h 65621"/>
                  <a:gd name="connsiteX2" fmla="*/ 0 w 65621"/>
                  <a:gd name="connsiteY2" fmla="*/ 32810 h 65621"/>
                  <a:gd name="connsiteX3" fmla="*/ 32811 w 65621"/>
                  <a:gd name="connsiteY3" fmla="*/ 0 h 65621"/>
                  <a:gd name="connsiteX4" fmla="*/ 65622 w 65621"/>
                  <a:gd name="connsiteY4" fmla="*/ 32810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2" y="32810"/>
                    </a:moveTo>
                    <a:cubicBezTo>
                      <a:pt x="65622" y="50931"/>
                      <a:pt x="50932" y="65621"/>
                      <a:pt x="32811" y="65621"/>
                    </a:cubicBezTo>
                    <a:cubicBezTo>
                      <a:pt x="14690" y="65621"/>
                      <a:pt x="0" y="50931"/>
                      <a:pt x="0" y="32810"/>
                    </a:cubicBezTo>
                    <a:cubicBezTo>
                      <a:pt x="0" y="14689"/>
                      <a:pt x="14690" y="0"/>
                      <a:pt x="32811" y="0"/>
                    </a:cubicBezTo>
                    <a:cubicBezTo>
                      <a:pt x="50932" y="0"/>
                      <a:pt x="65622" y="14690"/>
                      <a:pt x="65622" y="32810"/>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8" name="Freeform: Shape 807">
                <a:extLst>
                  <a:ext uri="{FF2B5EF4-FFF2-40B4-BE49-F238E27FC236}">
                    <a16:creationId xmlns:a16="http://schemas.microsoft.com/office/drawing/2014/main" id="{9BF2DB9A-1205-ADD2-5AB4-CED47DCDE9CF}"/>
                  </a:ext>
                </a:extLst>
              </p:cNvPr>
              <p:cNvSpPr/>
              <p:nvPr/>
            </p:nvSpPr>
            <p:spPr>
              <a:xfrm>
                <a:off x="1940102" y="4205956"/>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9" name="Freeform: Shape 808">
                <a:extLst>
                  <a:ext uri="{FF2B5EF4-FFF2-40B4-BE49-F238E27FC236}">
                    <a16:creationId xmlns:a16="http://schemas.microsoft.com/office/drawing/2014/main" id="{02784782-86BB-691D-3585-5F204B1128E2}"/>
                  </a:ext>
                </a:extLst>
              </p:cNvPr>
              <p:cNvSpPr/>
              <p:nvPr/>
            </p:nvSpPr>
            <p:spPr>
              <a:xfrm>
                <a:off x="1790972" y="4129009"/>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0" name="Freeform: Shape 809">
                <a:extLst>
                  <a:ext uri="{FF2B5EF4-FFF2-40B4-BE49-F238E27FC236}">
                    <a16:creationId xmlns:a16="http://schemas.microsoft.com/office/drawing/2014/main" id="{0A248A6D-C60E-F850-CF94-C9E768044B04}"/>
                  </a:ext>
                </a:extLst>
              </p:cNvPr>
              <p:cNvSpPr/>
              <p:nvPr/>
            </p:nvSpPr>
            <p:spPr>
              <a:xfrm>
                <a:off x="1649040" y="4039362"/>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1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1"/>
                      <a:pt x="32811" y="1"/>
                    </a:cubicBezTo>
                    <a:cubicBezTo>
                      <a:pt x="50932" y="1"/>
                      <a:pt x="65621" y="14691"/>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1" name="Freeform: Shape 810">
                <a:extLst>
                  <a:ext uri="{FF2B5EF4-FFF2-40B4-BE49-F238E27FC236}">
                    <a16:creationId xmlns:a16="http://schemas.microsoft.com/office/drawing/2014/main" id="{E30DDBCD-442F-534E-70E2-2C65A302BF54}"/>
                  </a:ext>
                </a:extLst>
              </p:cNvPr>
              <p:cNvSpPr/>
              <p:nvPr/>
            </p:nvSpPr>
            <p:spPr>
              <a:xfrm>
                <a:off x="1515468" y="393775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1"/>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2" name="Freeform: Shape 811">
                <a:extLst>
                  <a:ext uri="{FF2B5EF4-FFF2-40B4-BE49-F238E27FC236}">
                    <a16:creationId xmlns:a16="http://schemas.microsoft.com/office/drawing/2014/main" id="{A80A9129-D609-F21F-451E-66B9604A0CD6}"/>
                  </a:ext>
                </a:extLst>
              </p:cNvPr>
              <p:cNvSpPr/>
              <p:nvPr/>
            </p:nvSpPr>
            <p:spPr>
              <a:xfrm>
                <a:off x="1391317" y="3824822"/>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3" name="Freeform: Shape 812">
                <a:extLst>
                  <a:ext uri="{FF2B5EF4-FFF2-40B4-BE49-F238E27FC236}">
                    <a16:creationId xmlns:a16="http://schemas.microsoft.com/office/drawing/2014/main" id="{691EC436-D810-E5E8-5B84-542D1A37E945}"/>
                  </a:ext>
                </a:extLst>
              </p:cNvPr>
              <p:cNvSpPr/>
              <p:nvPr/>
            </p:nvSpPr>
            <p:spPr>
              <a:xfrm>
                <a:off x="1277432" y="3701518"/>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4" name="Freeform: Shape 813">
                <a:extLst>
                  <a:ext uri="{FF2B5EF4-FFF2-40B4-BE49-F238E27FC236}">
                    <a16:creationId xmlns:a16="http://schemas.microsoft.com/office/drawing/2014/main" id="{FEEA6BC4-66C9-6665-34B8-D90ABF299C6F}"/>
                  </a:ext>
                </a:extLst>
              </p:cNvPr>
              <p:cNvSpPr/>
              <p:nvPr/>
            </p:nvSpPr>
            <p:spPr>
              <a:xfrm>
                <a:off x="1174660" y="3568793"/>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5" name="Freeform: Shape 814">
                <a:extLst>
                  <a:ext uri="{FF2B5EF4-FFF2-40B4-BE49-F238E27FC236}">
                    <a16:creationId xmlns:a16="http://schemas.microsoft.com/office/drawing/2014/main" id="{1C083B88-756C-52EF-15C1-B12CCF1B7AD2}"/>
                  </a:ext>
                </a:extLst>
              </p:cNvPr>
              <p:cNvSpPr/>
              <p:nvPr/>
            </p:nvSpPr>
            <p:spPr>
              <a:xfrm>
                <a:off x="1083955" y="342760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2"/>
                      <a:pt x="32811" y="65622"/>
                    </a:cubicBezTo>
                    <a:cubicBezTo>
                      <a:pt x="14690" y="65622"/>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6" name="Freeform: Shape 815">
                <a:extLst>
                  <a:ext uri="{FF2B5EF4-FFF2-40B4-BE49-F238E27FC236}">
                    <a16:creationId xmlns:a16="http://schemas.microsoft.com/office/drawing/2014/main" id="{9EA3E05F-E642-AE2B-CEB8-921126D3C0F6}"/>
                  </a:ext>
                </a:extLst>
              </p:cNvPr>
              <p:cNvSpPr/>
              <p:nvPr/>
            </p:nvSpPr>
            <p:spPr>
              <a:xfrm>
                <a:off x="1005844" y="3279106"/>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7" name="Freeform: Shape 816">
                <a:extLst>
                  <a:ext uri="{FF2B5EF4-FFF2-40B4-BE49-F238E27FC236}">
                    <a16:creationId xmlns:a16="http://schemas.microsoft.com/office/drawing/2014/main" id="{1F963931-D6C0-582C-2534-F15F06A3A254}"/>
                  </a:ext>
                </a:extLst>
              </p:cNvPr>
              <p:cNvSpPr/>
              <p:nvPr/>
            </p:nvSpPr>
            <p:spPr>
              <a:xfrm>
                <a:off x="940963" y="3124261"/>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8" name="Freeform: Shape 817">
                <a:extLst>
                  <a:ext uri="{FF2B5EF4-FFF2-40B4-BE49-F238E27FC236}">
                    <a16:creationId xmlns:a16="http://schemas.microsoft.com/office/drawing/2014/main" id="{83177EA2-3D2C-6A2C-AC24-EB3EAF5C104B}"/>
                  </a:ext>
                </a:extLst>
              </p:cNvPr>
              <p:cNvSpPr/>
              <p:nvPr/>
            </p:nvSpPr>
            <p:spPr>
              <a:xfrm>
                <a:off x="889736" y="2964441"/>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1"/>
                      <a:pt x="32811" y="65621"/>
                    </a:cubicBezTo>
                    <a:cubicBezTo>
                      <a:pt x="14690" y="65621"/>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9" name="Freeform: Shape 818">
                <a:extLst>
                  <a:ext uri="{FF2B5EF4-FFF2-40B4-BE49-F238E27FC236}">
                    <a16:creationId xmlns:a16="http://schemas.microsoft.com/office/drawing/2014/main" id="{6FB13253-4F43-39B0-128F-E463D95AE3BD}"/>
                  </a:ext>
                </a:extLst>
              </p:cNvPr>
              <p:cNvSpPr/>
              <p:nvPr/>
            </p:nvSpPr>
            <p:spPr>
              <a:xfrm>
                <a:off x="852798" y="2800705"/>
                <a:ext cx="65621" cy="65621"/>
              </a:xfrm>
              <a:custGeom>
                <a:avLst/>
                <a:gdLst>
                  <a:gd name="connsiteX0" fmla="*/ 65621 w 65621"/>
                  <a:gd name="connsiteY0" fmla="*/ 32811 h 65621"/>
                  <a:gd name="connsiteX1" fmla="*/ 32811 w 65621"/>
                  <a:gd name="connsiteY1" fmla="*/ 65621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1" y="65621"/>
                      <a:pt x="32811" y="65621"/>
                    </a:cubicBezTo>
                    <a:cubicBezTo>
                      <a:pt x="14690" y="65621"/>
                      <a:pt x="0" y="50932"/>
                      <a:pt x="0" y="32811"/>
                    </a:cubicBezTo>
                    <a:cubicBezTo>
                      <a:pt x="0" y="14690"/>
                      <a:pt x="14690" y="0"/>
                      <a:pt x="32811" y="0"/>
                    </a:cubicBezTo>
                    <a:cubicBezTo>
                      <a:pt x="50931"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0" name="Freeform: Shape 819">
                <a:extLst>
                  <a:ext uri="{FF2B5EF4-FFF2-40B4-BE49-F238E27FC236}">
                    <a16:creationId xmlns:a16="http://schemas.microsoft.com/office/drawing/2014/main" id="{5A2B2B7E-9798-29F2-88C5-A4C69379881F}"/>
                  </a:ext>
                </a:extLst>
              </p:cNvPr>
              <p:cNvSpPr/>
              <p:nvPr/>
            </p:nvSpPr>
            <p:spPr>
              <a:xfrm>
                <a:off x="830148" y="2634429"/>
                <a:ext cx="65621" cy="65621"/>
              </a:xfrm>
              <a:custGeom>
                <a:avLst/>
                <a:gdLst>
                  <a:gd name="connsiteX0" fmla="*/ 65621 w 65621"/>
                  <a:gd name="connsiteY0" fmla="*/ 32811 h 65621"/>
                  <a:gd name="connsiteX1" fmla="*/ 32811 w 65621"/>
                  <a:gd name="connsiteY1" fmla="*/ 65622 h 65621"/>
                  <a:gd name="connsiteX2" fmla="*/ 0 w 65621"/>
                  <a:gd name="connsiteY2" fmla="*/ 32811 h 65621"/>
                  <a:gd name="connsiteX3" fmla="*/ 32811 w 65621"/>
                  <a:gd name="connsiteY3" fmla="*/ 0 h 65621"/>
                  <a:gd name="connsiteX4" fmla="*/ 65621 w 65621"/>
                  <a:gd name="connsiteY4" fmla="*/ 32811 h 65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21" h="65621">
                    <a:moveTo>
                      <a:pt x="65621" y="32811"/>
                    </a:moveTo>
                    <a:cubicBezTo>
                      <a:pt x="65621" y="50932"/>
                      <a:pt x="50932" y="65622"/>
                      <a:pt x="32811" y="65622"/>
                    </a:cubicBezTo>
                    <a:cubicBezTo>
                      <a:pt x="14690" y="65622"/>
                      <a:pt x="0" y="50932"/>
                      <a:pt x="0" y="32811"/>
                    </a:cubicBezTo>
                    <a:cubicBezTo>
                      <a:pt x="0" y="14690"/>
                      <a:pt x="14690" y="0"/>
                      <a:pt x="32811" y="0"/>
                    </a:cubicBezTo>
                    <a:cubicBezTo>
                      <a:pt x="50932" y="0"/>
                      <a:pt x="65621" y="14690"/>
                      <a:pt x="65621" y="3281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7" name="Graphic 9">
              <a:extLst>
                <a:ext uri="{FF2B5EF4-FFF2-40B4-BE49-F238E27FC236}">
                  <a16:creationId xmlns:a16="http://schemas.microsoft.com/office/drawing/2014/main" id="{2588D0C7-828E-6DAF-83BA-5412EF445DE4}"/>
                </a:ext>
              </a:extLst>
            </p:cNvPr>
            <p:cNvGrpSpPr/>
            <p:nvPr/>
          </p:nvGrpSpPr>
          <p:grpSpPr>
            <a:xfrm>
              <a:off x="-187047" y="-188163"/>
              <a:ext cx="5602092" cy="5602092"/>
              <a:chOff x="631484" y="342336"/>
              <a:chExt cx="4297144" cy="4297144"/>
            </a:xfrm>
            <a:solidFill>
              <a:schemeClr val="accent1">
                <a:lumMod val="20000"/>
                <a:lumOff val="80000"/>
                <a:alpha val="45000"/>
              </a:schemeClr>
            </a:solidFill>
          </p:grpSpPr>
          <p:sp>
            <p:nvSpPr>
              <p:cNvPr id="677" name="Freeform: Shape 676">
                <a:extLst>
                  <a:ext uri="{FF2B5EF4-FFF2-40B4-BE49-F238E27FC236}">
                    <a16:creationId xmlns:a16="http://schemas.microsoft.com/office/drawing/2014/main" id="{05F81C04-351A-3624-B33E-8FDA36A1D002}"/>
                  </a:ext>
                </a:extLst>
              </p:cNvPr>
              <p:cNvSpPr/>
              <p:nvPr/>
            </p:nvSpPr>
            <p:spPr>
              <a:xfrm>
                <a:off x="631484" y="24549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8" name="Freeform: Shape 677">
                <a:extLst>
                  <a:ext uri="{FF2B5EF4-FFF2-40B4-BE49-F238E27FC236}">
                    <a16:creationId xmlns:a16="http://schemas.microsoft.com/office/drawing/2014/main" id="{49B5C488-A8C1-5BCA-DFE1-C0BC5F292C35}"/>
                  </a:ext>
                </a:extLst>
              </p:cNvPr>
              <p:cNvSpPr/>
              <p:nvPr/>
            </p:nvSpPr>
            <p:spPr>
              <a:xfrm>
                <a:off x="639528" y="22709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9" name="Freeform: Shape 678">
                <a:extLst>
                  <a:ext uri="{FF2B5EF4-FFF2-40B4-BE49-F238E27FC236}">
                    <a16:creationId xmlns:a16="http://schemas.microsoft.com/office/drawing/2014/main" id="{5BE4C0EC-DC84-E2D7-C261-6F3DE7349493}"/>
                  </a:ext>
                </a:extLst>
              </p:cNvPr>
              <p:cNvSpPr/>
              <p:nvPr/>
            </p:nvSpPr>
            <p:spPr>
              <a:xfrm>
                <a:off x="663554" y="20882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0" name="Freeform: Shape 679">
                <a:extLst>
                  <a:ext uri="{FF2B5EF4-FFF2-40B4-BE49-F238E27FC236}">
                    <a16:creationId xmlns:a16="http://schemas.microsoft.com/office/drawing/2014/main" id="{9CCEC897-6236-CFEA-A4E4-C42BBE9C09B7}"/>
                  </a:ext>
                </a:extLst>
              </p:cNvPr>
              <p:cNvSpPr/>
              <p:nvPr/>
            </p:nvSpPr>
            <p:spPr>
              <a:xfrm>
                <a:off x="703350" y="190857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1" name="Freeform: Shape 680">
                <a:extLst>
                  <a:ext uri="{FF2B5EF4-FFF2-40B4-BE49-F238E27FC236}">
                    <a16:creationId xmlns:a16="http://schemas.microsoft.com/office/drawing/2014/main" id="{21153F22-F3AA-9708-D82A-A961D27685C4}"/>
                  </a:ext>
                </a:extLst>
              </p:cNvPr>
              <p:cNvSpPr/>
              <p:nvPr/>
            </p:nvSpPr>
            <p:spPr>
              <a:xfrm>
                <a:off x="758705" y="173287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2" name="Freeform: Shape 681">
                <a:extLst>
                  <a:ext uri="{FF2B5EF4-FFF2-40B4-BE49-F238E27FC236}">
                    <a16:creationId xmlns:a16="http://schemas.microsoft.com/office/drawing/2014/main" id="{24748F7D-1B72-D85F-9E2C-358AE8AEC997}"/>
                  </a:ext>
                </a:extLst>
              </p:cNvPr>
              <p:cNvSpPr/>
              <p:nvPr/>
            </p:nvSpPr>
            <p:spPr>
              <a:xfrm>
                <a:off x="829195" y="15626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3" name="Freeform: Shape 682">
                <a:extLst>
                  <a:ext uri="{FF2B5EF4-FFF2-40B4-BE49-F238E27FC236}">
                    <a16:creationId xmlns:a16="http://schemas.microsoft.com/office/drawing/2014/main" id="{ECF986BF-4AAF-70CC-A80A-83D60225FD83}"/>
                  </a:ext>
                </a:extLst>
              </p:cNvPr>
              <p:cNvSpPr/>
              <p:nvPr/>
            </p:nvSpPr>
            <p:spPr>
              <a:xfrm>
                <a:off x="914186" y="13993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4" name="Freeform: Shape 683">
                <a:extLst>
                  <a:ext uri="{FF2B5EF4-FFF2-40B4-BE49-F238E27FC236}">
                    <a16:creationId xmlns:a16="http://schemas.microsoft.com/office/drawing/2014/main" id="{59144A57-B3B5-92AD-6BB1-A0178F20F92F}"/>
                  </a:ext>
                </a:extLst>
              </p:cNvPr>
              <p:cNvSpPr/>
              <p:nvPr/>
            </p:nvSpPr>
            <p:spPr>
              <a:xfrm>
                <a:off x="1013041" y="124399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5" name="Freeform: Shape 684">
                <a:extLst>
                  <a:ext uri="{FF2B5EF4-FFF2-40B4-BE49-F238E27FC236}">
                    <a16:creationId xmlns:a16="http://schemas.microsoft.com/office/drawing/2014/main" id="{ECBC8A1C-35BB-BEDD-FB81-1C6B5C8A8825}"/>
                  </a:ext>
                </a:extLst>
              </p:cNvPr>
              <p:cNvSpPr/>
              <p:nvPr/>
            </p:nvSpPr>
            <p:spPr>
              <a:xfrm>
                <a:off x="1125127" y="10978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6" name="Freeform: Shape 685">
                <a:extLst>
                  <a:ext uri="{FF2B5EF4-FFF2-40B4-BE49-F238E27FC236}">
                    <a16:creationId xmlns:a16="http://schemas.microsoft.com/office/drawing/2014/main" id="{83FEC5BB-CB79-C23A-4E25-D081869A5B1B}"/>
                  </a:ext>
                </a:extLst>
              </p:cNvPr>
              <p:cNvSpPr/>
              <p:nvPr/>
            </p:nvSpPr>
            <p:spPr>
              <a:xfrm>
                <a:off x="1249384" y="9619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2"/>
                      <a:pt x="16112"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7" name="Freeform: Shape 686">
                <a:extLst>
                  <a:ext uri="{FF2B5EF4-FFF2-40B4-BE49-F238E27FC236}">
                    <a16:creationId xmlns:a16="http://schemas.microsoft.com/office/drawing/2014/main" id="{CD5B35B3-86D5-889A-14C1-7230ABD9D287}"/>
                  </a:ext>
                </a:extLst>
              </p:cNvPr>
              <p:cNvSpPr/>
              <p:nvPr/>
            </p:nvSpPr>
            <p:spPr>
              <a:xfrm>
                <a:off x="1385178" y="83746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8" name="Freeform: Shape 687">
                <a:extLst>
                  <a:ext uri="{FF2B5EF4-FFF2-40B4-BE49-F238E27FC236}">
                    <a16:creationId xmlns:a16="http://schemas.microsoft.com/office/drawing/2014/main" id="{AC0297B5-07E4-BCC0-2DA0-0D00D9701D57}"/>
                  </a:ext>
                </a:extLst>
              </p:cNvPr>
              <p:cNvSpPr/>
              <p:nvPr/>
            </p:nvSpPr>
            <p:spPr>
              <a:xfrm>
                <a:off x="1531133" y="7252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9" name="Freeform: Shape 688">
                <a:extLst>
                  <a:ext uri="{FF2B5EF4-FFF2-40B4-BE49-F238E27FC236}">
                    <a16:creationId xmlns:a16="http://schemas.microsoft.com/office/drawing/2014/main" id="{285CAA9D-7E33-3223-B241-EEAEFA5F1A77}"/>
                  </a:ext>
                </a:extLst>
              </p:cNvPr>
              <p:cNvSpPr/>
              <p:nvPr/>
            </p:nvSpPr>
            <p:spPr>
              <a:xfrm>
                <a:off x="1686402" y="62620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0" name="Freeform: Shape 689">
                <a:extLst>
                  <a:ext uri="{FF2B5EF4-FFF2-40B4-BE49-F238E27FC236}">
                    <a16:creationId xmlns:a16="http://schemas.microsoft.com/office/drawing/2014/main" id="{56DA3763-DFCC-4099-4099-7F596E40D7B5}"/>
                  </a:ext>
                </a:extLst>
              </p:cNvPr>
              <p:cNvSpPr/>
              <p:nvPr/>
            </p:nvSpPr>
            <p:spPr>
              <a:xfrm>
                <a:off x="1849714" y="5410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1" name="Freeform: Shape 690">
                <a:extLst>
                  <a:ext uri="{FF2B5EF4-FFF2-40B4-BE49-F238E27FC236}">
                    <a16:creationId xmlns:a16="http://schemas.microsoft.com/office/drawing/2014/main" id="{19185475-BAF6-EC7E-FE7B-595B6503E26A}"/>
                  </a:ext>
                </a:extLst>
              </p:cNvPr>
              <p:cNvSpPr/>
              <p:nvPr/>
            </p:nvSpPr>
            <p:spPr>
              <a:xfrm>
                <a:off x="2019801" y="47040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2" name="Freeform: Shape 691">
                <a:extLst>
                  <a:ext uri="{FF2B5EF4-FFF2-40B4-BE49-F238E27FC236}">
                    <a16:creationId xmlns:a16="http://schemas.microsoft.com/office/drawing/2014/main" id="{DA359B0D-DDF9-02DB-BF79-AE6AD6462D87}"/>
                  </a:ext>
                </a:extLst>
              </p:cNvPr>
              <p:cNvSpPr/>
              <p:nvPr/>
            </p:nvSpPr>
            <p:spPr>
              <a:xfrm>
                <a:off x="2195391" y="41483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3" name="Freeform: Shape 692">
                <a:extLst>
                  <a:ext uri="{FF2B5EF4-FFF2-40B4-BE49-F238E27FC236}">
                    <a16:creationId xmlns:a16="http://schemas.microsoft.com/office/drawing/2014/main" id="{C430CCDE-3860-248D-5F5F-4F2C262D9332}"/>
                  </a:ext>
                </a:extLst>
              </p:cNvPr>
              <p:cNvSpPr/>
              <p:nvPr/>
            </p:nvSpPr>
            <p:spPr>
              <a:xfrm>
                <a:off x="2375109" y="374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4" name="Freeform: Shape 693">
                <a:extLst>
                  <a:ext uri="{FF2B5EF4-FFF2-40B4-BE49-F238E27FC236}">
                    <a16:creationId xmlns:a16="http://schemas.microsoft.com/office/drawing/2014/main" id="{24D788D0-D537-5F8C-02C2-ED20A8B5BB9A}"/>
                  </a:ext>
                </a:extLst>
              </p:cNvPr>
              <p:cNvSpPr/>
              <p:nvPr/>
            </p:nvSpPr>
            <p:spPr>
              <a:xfrm>
                <a:off x="2557685" y="35059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5" name="Freeform: Shape 694">
                <a:extLst>
                  <a:ext uri="{FF2B5EF4-FFF2-40B4-BE49-F238E27FC236}">
                    <a16:creationId xmlns:a16="http://schemas.microsoft.com/office/drawing/2014/main" id="{33B46F57-A355-B743-9BE1-7EABCE84C028}"/>
                  </a:ext>
                </a:extLst>
              </p:cNvPr>
              <p:cNvSpPr/>
              <p:nvPr/>
            </p:nvSpPr>
            <p:spPr>
              <a:xfrm>
                <a:off x="2741636" y="3423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6" name="Freeform: Shape 695">
                <a:extLst>
                  <a:ext uri="{FF2B5EF4-FFF2-40B4-BE49-F238E27FC236}">
                    <a16:creationId xmlns:a16="http://schemas.microsoft.com/office/drawing/2014/main" id="{1ECAFA70-FD40-038D-9431-1BB1FA159E2C}"/>
                  </a:ext>
                </a:extLst>
              </p:cNvPr>
              <p:cNvSpPr/>
              <p:nvPr/>
            </p:nvSpPr>
            <p:spPr>
              <a:xfrm>
                <a:off x="2925694" y="350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7" name="Freeform: Shape 696">
                <a:extLst>
                  <a:ext uri="{FF2B5EF4-FFF2-40B4-BE49-F238E27FC236}">
                    <a16:creationId xmlns:a16="http://schemas.microsoft.com/office/drawing/2014/main" id="{4A19E1CC-E156-7BDC-CD37-65DEE8B5A063}"/>
                  </a:ext>
                </a:extLst>
              </p:cNvPr>
              <p:cNvSpPr/>
              <p:nvPr/>
            </p:nvSpPr>
            <p:spPr>
              <a:xfrm>
                <a:off x="3108269" y="37398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8" name="Freeform: Shape 697">
                <a:extLst>
                  <a:ext uri="{FF2B5EF4-FFF2-40B4-BE49-F238E27FC236}">
                    <a16:creationId xmlns:a16="http://schemas.microsoft.com/office/drawing/2014/main" id="{79346E81-5771-735F-FCE0-362A5EE7B93D}"/>
                  </a:ext>
                </a:extLst>
              </p:cNvPr>
              <p:cNvSpPr/>
              <p:nvPr/>
            </p:nvSpPr>
            <p:spPr>
              <a:xfrm>
                <a:off x="3288199" y="41367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9" name="Freeform: Shape 698">
                <a:extLst>
                  <a:ext uri="{FF2B5EF4-FFF2-40B4-BE49-F238E27FC236}">
                    <a16:creationId xmlns:a16="http://schemas.microsoft.com/office/drawing/2014/main" id="{D7C629AE-A9C0-4003-8E70-E74A5A6BDBAC}"/>
                  </a:ext>
                </a:extLst>
              </p:cNvPr>
              <p:cNvSpPr/>
              <p:nvPr/>
            </p:nvSpPr>
            <p:spPr>
              <a:xfrm>
                <a:off x="3463895" y="46881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0" name="Freeform: Shape 699">
                <a:extLst>
                  <a:ext uri="{FF2B5EF4-FFF2-40B4-BE49-F238E27FC236}">
                    <a16:creationId xmlns:a16="http://schemas.microsoft.com/office/drawing/2014/main" id="{A7A19729-7718-4F43-4B6B-F8A28522C87B}"/>
                  </a:ext>
                </a:extLst>
              </p:cNvPr>
              <p:cNvSpPr/>
              <p:nvPr/>
            </p:nvSpPr>
            <p:spPr>
              <a:xfrm>
                <a:off x="3634087" y="5389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1" name="Freeform: Shape 700">
                <a:extLst>
                  <a:ext uri="{FF2B5EF4-FFF2-40B4-BE49-F238E27FC236}">
                    <a16:creationId xmlns:a16="http://schemas.microsoft.com/office/drawing/2014/main" id="{14707647-8EF7-D2CC-8B50-EC56DA1C9C11}"/>
                  </a:ext>
                </a:extLst>
              </p:cNvPr>
              <p:cNvSpPr/>
              <p:nvPr/>
            </p:nvSpPr>
            <p:spPr>
              <a:xfrm>
                <a:off x="3797612" y="62376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2" name="Freeform: Shape 701">
                <a:extLst>
                  <a:ext uri="{FF2B5EF4-FFF2-40B4-BE49-F238E27FC236}">
                    <a16:creationId xmlns:a16="http://schemas.microsoft.com/office/drawing/2014/main" id="{1F07CF06-5B45-27A0-8143-25EA8F0412E3}"/>
                  </a:ext>
                </a:extLst>
              </p:cNvPr>
              <p:cNvSpPr/>
              <p:nvPr/>
            </p:nvSpPr>
            <p:spPr>
              <a:xfrm>
                <a:off x="3953092" y="72251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0"/>
                      <a:pt x="0" y="35986"/>
                    </a:cubicBezTo>
                    <a:cubicBezTo>
                      <a:pt x="0" y="16112"/>
                      <a:pt x="16111"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3" name="Freeform: Shape 702">
                <a:extLst>
                  <a:ext uri="{FF2B5EF4-FFF2-40B4-BE49-F238E27FC236}">
                    <a16:creationId xmlns:a16="http://schemas.microsoft.com/office/drawing/2014/main" id="{42F4086F-FE22-FD03-5EDF-2A6706DA7B4D}"/>
                  </a:ext>
                </a:extLst>
              </p:cNvPr>
              <p:cNvSpPr/>
              <p:nvPr/>
            </p:nvSpPr>
            <p:spPr>
              <a:xfrm>
                <a:off x="4099364" y="83439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2"/>
                      <a:pt x="16112" y="0"/>
                      <a:pt x="35986" y="0"/>
                    </a:cubicBezTo>
                    <a:cubicBezTo>
                      <a:pt x="55861"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4" name="Freeform: Shape 703">
                <a:extLst>
                  <a:ext uri="{FF2B5EF4-FFF2-40B4-BE49-F238E27FC236}">
                    <a16:creationId xmlns:a16="http://schemas.microsoft.com/office/drawing/2014/main" id="{12C56B0F-6481-D33C-C739-4B7081E6FF5E}"/>
                  </a:ext>
                </a:extLst>
              </p:cNvPr>
              <p:cNvSpPr/>
              <p:nvPr/>
            </p:nvSpPr>
            <p:spPr>
              <a:xfrm>
                <a:off x="4235370" y="9585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5" name="Freeform: Shape 704">
                <a:extLst>
                  <a:ext uri="{FF2B5EF4-FFF2-40B4-BE49-F238E27FC236}">
                    <a16:creationId xmlns:a16="http://schemas.microsoft.com/office/drawing/2014/main" id="{493EEB34-6F0B-9261-FF4A-FED2BBC9AB05}"/>
                  </a:ext>
                </a:extLst>
              </p:cNvPr>
              <p:cNvSpPr/>
              <p:nvPr/>
            </p:nvSpPr>
            <p:spPr>
              <a:xfrm>
                <a:off x="4360051" y="109412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6" name="Freeform: Shape 705">
                <a:extLst>
                  <a:ext uri="{FF2B5EF4-FFF2-40B4-BE49-F238E27FC236}">
                    <a16:creationId xmlns:a16="http://schemas.microsoft.com/office/drawing/2014/main" id="{1A7DDF29-5F44-5868-A06A-5E39F086402E}"/>
                  </a:ext>
                </a:extLst>
              </p:cNvPr>
              <p:cNvSpPr/>
              <p:nvPr/>
            </p:nvSpPr>
            <p:spPr>
              <a:xfrm>
                <a:off x="4472348" y="124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7" name="Freeform: Shape 706">
                <a:extLst>
                  <a:ext uri="{FF2B5EF4-FFF2-40B4-BE49-F238E27FC236}">
                    <a16:creationId xmlns:a16="http://schemas.microsoft.com/office/drawing/2014/main" id="{C53D9BB1-C764-5B14-620B-A585EDDDC640}"/>
                  </a:ext>
                </a:extLst>
              </p:cNvPr>
              <p:cNvSpPr/>
              <p:nvPr/>
            </p:nvSpPr>
            <p:spPr>
              <a:xfrm>
                <a:off x="4571627" y="139524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8" name="Freeform: Shape 707">
                <a:extLst>
                  <a:ext uri="{FF2B5EF4-FFF2-40B4-BE49-F238E27FC236}">
                    <a16:creationId xmlns:a16="http://schemas.microsoft.com/office/drawing/2014/main" id="{EE373649-9D3D-AF9A-044E-201066B05217}"/>
                  </a:ext>
                </a:extLst>
              </p:cNvPr>
              <p:cNvSpPr/>
              <p:nvPr/>
            </p:nvSpPr>
            <p:spPr>
              <a:xfrm>
                <a:off x="4656935" y="155834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9" name="Freeform: Shape 708">
                <a:extLst>
                  <a:ext uri="{FF2B5EF4-FFF2-40B4-BE49-F238E27FC236}">
                    <a16:creationId xmlns:a16="http://schemas.microsoft.com/office/drawing/2014/main" id="{3CCA1C74-02F9-BCD8-43D4-007DD34A1060}"/>
                  </a:ext>
                </a:extLst>
              </p:cNvPr>
              <p:cNvSpPr/>
              <p:nvPr/>
            </p:nvSpPr>
            <p:spPr>
              <a:xfrm>
                <a:off x="4727742" y="17284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0" name="Freeform: Shape 709">
                <a:extLst>
                  <a:ext uri="{FF2B5EF4-FFF2-40B4-BE49-F238E27FC236}">
                    <a16:creationId xmlns:a16="http://schemas.microsoft.com/office/drawing/2014/main" id="{BF8BA6BC-95CA-5390-1094-D3D1E4A0E275}"/>
                  </a:ext>
                </a:extLst>
              </p:cNvPr>
              <p:cNvSpPr/>
              <p:nvPr/>
            </p:nvSpPr>
            <p:spPr>
              <a:xfrm>
                <a:off x="4783521" y="190391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1" name="Freeform: Shape 710">
                <a:extLst>
                  <a:ext uri="{FF2B5EF4-FFF2-40B4-BE49-F238E27FC236}">
                    <a16:creationId xmlns:a16="http://schemas.microsoft.com/office/drawing/2014/main" id="{6B687298-842D-005C-9236-136E15197CE9}"/>
                  </a:ext>
                </a:extLst>
              </p:cNvPr>
              <p:cNvSpPr/>
              <p:nvPr/>
            </p:nvSpPr>
            <p:spPr>
              <a:xfrm>
                <a:off x="4823740" y="208363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2" name="Freeform: Shape 711">
                <a:extLst>
                  <a:ext uri="{FF2B5EF4-FFF2-40B4-BE49-F238E27FC236}">
                    <a16:creationId xmlns:a16="http://schemas.microsoft.com/office/drawing/2014/main" id="{A5DA28B4-96F4-0AFB-9CF4-ECB6777B5281}"/>
                  </a:ext>
                </a:extLst>
              </p:cNvPr>
              <p:cNvSpPr/>
              <p:nvPr/>
            </p:nvSpPr>
            <p:spPr>
              <a:xfrm>
                <a:off x="4848189" y="226620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3" name="Freeform: Shape 712">
                <a:extLst>
                  <a:ext uri="{FF2B5EF4-FFF2-40B4-BE49-F238E27FC236}">
                    <a16:creationId xmlns:a16="http://schemas.microsoft.com/office/drawing/2014/main" id="{7DAE7106-3D8A-A5F4-49BF-20E878C78AC7}"/>
                  </a:ext>
                </a:extLst>
              </p:cNvPr>
              <p:cNvSpPr/>
              <p:nvPr/>
            </p:nvSpPr>
            <p:spPr>
              <a:xfrm>
                <a:off x="4856657" y="2450160"/>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1" y="55860"/>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4" name="Freeform: Shape 713">
                <a:extLst>
                  <a:ext uri="{FF2B5EF4-FFF2-40B4-BE49-F238E27FC236}">
                    <a16:creationId xmlns:a16="http://schemas.microsoft.com/office/drawing/2014/main" id="{4E7BA2CC-88CC-C227-26CE-CCD64309D3E0}"/>
                  </a:ext>
                </a:extLst>
              </p:cNvPr>
              <p:cNvSpPr/>
              <p:nvPr/>
            </p:nvSpPr>
            <p:spPr>
              <a:xfrm>
                <a:off x="4849036" y="263411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5" name="Freeform: Shape 714">
                <a:extLst>
                  <a:ext uri="{FF2B5EF4-FFF2-40B4-BE49-F238E27FC236}">
                    <a16:creationId xmlns:a16="http://schemas.microsoft.com/office/drawing/2014/main" id="{B224F083-7395-1791-A74A-6864092355CF}"/>
                  </a:ext>
                </a:extLst>
              </p:cNvPr>
              <p:cNvSpPr/>
              <p:nvPr/>
            </p:nvSpPr>
            <p:spPr>
              <a:xfrm>
                <a:off x="4825434" y="2816793"/>
                <a:ext cx="71971" cy="71971"/>
              </a:xfrm>
              <a:custGeom>
                <a:avLst/>
                <a:gdLst>
                  <a:gd name="connsiteX0" fmla="*/ 71972 w 71971"/>
                  <a:gd name="connsiteY0" fmla="*/ 35986 h 71971"/>
                  <a:gd name="connsiteX1" fmla="*/ 35986 w 71971"/>
                  <a:gd name="connsiteY1" fmla="*/ 71972 h 71971"/>
                  <a:gd name="connsiteX2" fmla="*/ -1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1" y="55861"/>
                      <a:pt x="-1" y="35986"/>
                    </a:cubicBezTo>
                    <a:cubicBezTo>
                      <a:pt x="-1"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6" name="Freeform: Shape 715">
                <a:extLst>
                  <a:ext uri="{FF2B5EF4-FFF2-40B4-BE49-F238E27FC236}">
                    <a16:creationId xmlns:a16="http://schemas.microsoft.com/office/drawing/2014/main" id="{AB79AB87-8B9B-CE10-0342-F103630CB05D}"/>
                  </a:ext>
                </a:extLst>
              </p:cNvPr>
              <p:cNvSpPr/>
              <p:nvPr/>
            </p:nvSpPr>
            <p:spPr>
              <a:xfrm>
                <a:off x="4785955" y="29967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7" name="Freeform: Shape 716">
                <a:extLst>
                  <a:ext uri="{FF2B5EF4-FFF2-40B4-BE49-F238E27FC236}">
                    <a16:creationId xmlns:a16="http://schemas.microsoft.com/office/drawing/2014/main" id="{E3F59650-199A-DC6B-5968-2FFF5018D0F6}"/>
                  </a:ext>
                </a:extLst>
              </p:cNvPr>
              <p:cNvSpPr/>
              <p:nvPr/>
            </p:nvSpPr>
            <p:spPr>
              <a:xfrm>
                <a:off x="4731023" y="31724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1"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8" name="Freeform: Shape 717">
                <a:extLst>
                  <a:ext uri="{FF2B5EF4-FFF2-40B4-BE49-F238E27FC236}">
                    <a16:creationId xmlns:a16="http://schemas.microsoft.com/office/drawing/2014/main" id="{A09856A9-D0E3-529A-BD97-150EEAC36262}"/>
                  </a:ext>
                </a:extLst>
              </p:cNvPr>
              <p:cNvSpPr/>
              <p:nvPr/>
            </p:nvSpPr>
            <p:spPr>
              <a:xfrm>
                <a:off x="4660957" y="33428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9" name="Freeform: Shape 718">
                <a:extLst>
                  <a:ext uri="{FF2B5EF4-FFF2-40B4-BE49-F238E27FC236}">
                    <a16:creationId xmlns:a16="http://schemas.microsoft.com/office/drawing/2014/main" id="{A6DC8AD6-2135-E547-BA4D-24B08FE49F7A}"/>
                  </a:ext>
                </a:extLst>
              </p:cNvPr>
              <p:cNvSpPr/>
              <p:nvPr/>
            </p:nvSpPr>
            <p:spPr>
              <a:xfrm>
                <a:off x="4576390" y="350634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0"/>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0" name="Freeform: Shape 719">
                <a:extLst>
                  <a:ext uri="{FF2B5EF4-FFF2-40B4-BE49-F238E27FC236}">
                    <a16:creationId xmlns:a16="http://schemas.microsoft.com/office/drawing/2014/main" id="{2260C3A3-65C0-9E34-375B-ECC837C97250}"/>
                  </a:ext>
                </a:extLst>
              </p:cNvPr>
              <p:cNvSpPr/>
              <p:nvPr/>
            </p:nvSpPr>
            <p:spPr>
              <a:xfrm>
                <a:off x="4477852" y="366193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1"/>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1" name="Freeform: Shape 720">
                <a:extLst>
                  <a:ext uri="{FF2B5EF4-FFF2-40B4-BE49-F238E27FC236}">
                    <a16:creationId xmlns:a16="http://schemas.microsoft.com/office/drawing/2014/main" id="{D057B924-F7D0-27C1-969D-AE9F13A263FD}"/>
                  </a:ext>
                </a:extLst>
              </p:cNvPr>
              <p:cNvSpPr/>
              <p:nvPr/>
            </p:nvSpPr>
            <p:spPr>
              <a:xfrm>
                <a:off x="4366190" y="3808417"/>
                <a:ext cx="71971" cy="71971"/>
              </a:xfrm>
              <a:custGeom>
                <a:avLst/>
                <a:gdLst>
                  <a:gd name="connsiteX0" fmla="*/ 71972 w 71971"/>
                  <a:gd name="connsiteY0" fmla="*/ 35986 h 71971"/>
                  <a:gd name="connsiteX1" fmla="*/ 35985 w 71971"/>
                  <a:gd name="connsiteY1" fmla="*/ 71972 h 71971"/>
                  <a:gd name="connsiteX2" fmla="*/ -1 w 71971"/>
                  <a:gd name="connsiteY2" fmla="*/ 35986 h 71971"/>
                  <a:gd name="connsiteX3" fmla="*/ 35985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5" y="71972"/>
                    </a:cubicBezTo>
                    <a:cubicBezTo>
                      <a:pt x="16111" y="71972"/>
                      <a:pt x="-1" y="55861"/>
                      <a:pt x="-1" y="35986"/>
                    </a:cubicBezTo>
                    <a:cubicBezTo>
                      <a:pt x="-1" y="16111"/>
                      <a:pt x="16110" y="0"/>
                      <a:pt x="35985"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2" name="Freeform: Shape 721">
                <a:extLst>
                  <a:ext uri="{FF2B5EF4-FFF2-40B4-BE49-F238E27FC236}">
                    <a16:creationId xmlns:a16="http://schemas.microsoft.com/office/drawing/2014/main" id="{B3601A77-F840-BBB3-BE03-CD6C28AC8B1F}"/>
                  </a:ext>
                </a:extLst>
              </p:cNvPr>
              <p:cNvSpPr/>
              <p:nvPr/>
            </p:nvSpPr>
            <p:spPr>
              <a:xfrm>
                <a:off x="4242144" y="394452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0" y="0"/>
                      <a:pt x="71972" y="16112"/>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3" name="Freeform: Shape 722">
                <a:extLst>
                  <a:ext uri="{FF2B5EF4-FFF2-40B4-BE49-F238E27FC236}">
                    <a16:creationId xmlns:a16="http://schemas.microsoft.com/office/drawing/2014/main" id="{75720937-FDC2-B2F8-63D7-BB91A392B514}"/>
                  </a:ext>
                </a:extLst>
              </p:cNvPr>
              <p:cNvSpPr/>
              <p:nvPr/>
            </p:nvSpPr>
            <p:spPr>
              <a:xfrm>
                <a:off x="4106667" y="4069315"/>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4" name="Freeform: Shape 723">
                <a:extLst>
                  <a:ext uri="{FF2B5EF4-FFF2-40B4-BE49-F238E27FC236}">
                    <a16:creationId xmlns:a16="http://schemas.microsoft.com/office/drawing/2014/main" id="{21A6EA3B-41D1-58F5-85C2-1612C4880E28}"/>
                  </a:ext>
                </a:extLst>
              </p:cNvPr>
              <p:cNvSpPr/>
              <p:nvPr/>
            </p:nvSpPr>
            <p:spPr>
              <a:xfrm>
                <a:off x="3960924" y="418182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5" name="Freeform: Shape 724">
                <a:extLst>
                  <a:ext uri="{FF2B5EF4-FFF2-40B4-BE49-F238E27FC236}">
                    <a16:creationId xmlns:a16="http://schemas.microsoft.com/office/drawing/2014/main" id="{90E961F5-731E-368A-C09C-027BFA838AB7}"/>
                  </a:ext>
                </a:extLst>
              </p:cNvPr>
              <p:cNvSpPr/>
              <p:nvPr/>
            </p:nvSpPr>
            <p:spPr>
              <a:xfrm>
                <a:off x="3805867" y="42812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6" name="Freeform: Shape 725">
                <a:extLst>
                  <a:ext uri="{FF2B5EF4-FFF2-40B4-BE49-F238E27FC236}">
                    <a16:creationId xmlns:a16="http://schemas.microsoft.com/office/drawing/2014/main" id="{A1A5AE4D-CB59-A353-B441-9CB8F7BA4884}"/>
                  </a:ext>
                </a:extLst>
              </p:cNvPr>
              <p:cNvSpPr/>
              <p:nvPr/>
            </p:nvSpPr>
            <p:spPr>
              <a:xfrm>
                <a:off x="3642766" y="4366834"/>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7" name="Freeform: Shape 726">
                <a:extLst>
                  <a:ext uri="{FF2B5EF4-FFF2-40B4-BE49-F238E27FC236}">
                    <a16:creationId xmlns:a16="http://schemas.microsoft.com/office/drawing/2014/main" id="{16B4B61A-1670-F3D9-0983-71E397C841A7}"/>
                  </a:ext>
                </a:extLst>
              </p:cNvPr>
              <p:cNvSpPr/>
              <p:nvPr/>
            </p:nvSpPr>
            <p:spPr>
              <a:xfrm>
                <a:off x="3472892" y="443785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1"/>
                      <a:pt x="16112" y="-1"/>
                      <a:pt x="35986" y="-1"/>
                    </a:cubicBezTo>
                    <a:cubicBezTo>
                      <a:pt x="55861"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8" name="Freeform: Shape 727">
                <a:extLst>
                  <a:ext uri="{FF2B5EF4-FFF2-40B4-BE49-F238E27FC236}">
                    <a16:creationId xmlns:a16="http://schemas.microsoft.com/office/drawing/2014/main" id="{374EA713-CB14-044F-AFFF-C1F96FCE0E9D}"/>
                  </a:ext>
                </a:extLst>
              </p:cNvPr>
              <p:cNvSpPr/>
              <p:nvPr/>
            </p:nvSpPr>
            <p:spPr>
              <a:xfrm>
                <a:off x="3297407" y="449373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9" name="Freeform: Shape 728">
                <a:extLst>
                  <a:ext uri="{FF2B5EF4-FFF2-40B4-BE49-F238E27FC236}">
                    <a16:creationId xmlns:a16="http://schemas.microsoft.com/office/drawing/2014/main" id="{0FEE192B-915D-35C1-E128-22C6D3636A9F}"/>
                  </a:ext>
                </a:extLst>
              </p:cNvPr>
              <p:cNvSpPr/>
              <p:nvPr/>
            </p:nvSpPr>
            <p:spPr>
              <a:xfrm>
                <a:off x="3117689" y="453416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0" name="Freeform: Shape 729">
                <a:extLst>
                  <a:ext uri="{FF2B5EF4-FFF2-40B4-BE49-F238E27FC236}">
                    <a16:creationId xmlns:a16="http://schemas.microsoft.com/office/drawing/2014/main" id="{2A4A1DD2-07DC-25DE-E644-71322B594D88}"/>
                  </a:ext>
                </a:extLst>
              </p:cNvPr>
              <p:cNvSpPr/>
              <p:nvPr/>
            </p:nvSpPr>
            <p:spPr>
              <a:xfrm>
                <a:off x="2935219" y="455883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1" y="71972"/>
                      <a:pt x="0" y="55861"/>
                      <a:pt x="0" y="35986"/>
                    </a:cubicBezTo>
                    <a:cubicBezTo>
                      <a:pt x="0" y="16112"/>
                      <a:pt x="16111"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1" name="Freeform: Shape 730">
                <a:extLst>
                  <a:ext uri="{FF2B5EF4-FFF2-40B4-BE49-F238E27FC236}">
                    <a16:creationId xmlns:a16="http://schemas.microsoft.com/office/drawing/2014/main" id="{F4A6365B-75FC-E07A-8E24-171ACBB64AB0}"/>
                  </a:ext>
                </a:extLst>
              </p:cNvPr>
              <p:cNvSpPr/>
              <p:nvPr/>
            </p:nvSpPr>
            <p:spPr>
              <a:xfrm>
                <a:off x="2751268" y="45675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1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1" y="71972"/>
                      <a:pt x="0" y="55861"/>
                      <a:pt x="0" y="35986"/>
                    </a:cubicBezTo>
                    <a:cubicBezTo>
                      <a:pt x="0" y="16111"/>
                      <a:pt x="16111" y="-1"/>
                      <a:pt x="35986" y="-1"/>
                    </a:cubicBezTo>
                    <a:cubicBezTo>
                      <a:pt x="55860" y="-1"/>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2" name="Freeform: Shape 731">
                <a:extLst>
                  <a:ext uri="{FF2B5EF4-FFF2-40B4-BE49-F238E27FC236}">
                    <a16:creationId xmlns:a16="http://schemas.microsoft.com/office/drawing/2014/main" id="{C418AF01-A3CF-955E-30CB-4A05A178F1BB}"/>
                  </a:ext>
                </a:extLst>
              </p:cNvPr>
              <p:cNvSpPr/>
              <p:nvPr/>
            </p:nvSpPr>
            <p:spPr>
              <a:xfrm>
                <a:off x="2567210" y="45601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3" name="Freeform: Shape 732">
                <a:extLst>
                  <a:ext uri="{FF2B5EF4-FFF2-40B4-BE49-F238E27FC236}">
                    <a16:creationId xmlns:a16="http://schemas.microsoft.com/office/drawing/2014/main" id="{C0EF468B-302A-D7B6-E6E8-8A30A969D9EE}"/>
                  </a:ext>
                </a:extLst>
              </p:cNvPr>
              <p:cNvSpPr/>
              <p:nvPr/>
            </p:nvSpPr>
            <p:spPr>
              <a:xfrm>
                <a:off x="2384529" y="453670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4" name="Freeform: Shape 733">
                <a:extLst>
                  <a:ext uri="{FF2B5EF4-FFF2-40B4-BE49-F238E27FC236}">
                    <a16:creationId xmlns:a16="http://schemas.microsoft.com/office/drawing/2014/main" id="{68A7D36B-C0D3-E21E-C43B-90ADC2D3526F}"/>
                  </a:ext>
                </a:extLst>
              </p:cNvPr>
              <p:cNvSpPr/>
              <p:nvPr/>
            </p:nvSpPr>
            <p:spPr>
              <a:xfrm>
                <a:off x="2204599" y="449744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5" name="Freeform: Shape 734">
                <a:extLst>
                  <a:ext uri="{FF2B5EF4-FFF2-40B4-BE49-F238E27FC236}">
                    <a16:creationId xmlns:a16="http://schemas.microsoft.com/office/drawing/2014/main" id="{DF5702F9-0FAF-672E-1EEC-D185C35B2576}"/>
                  </a:ext>
                </a:extLst>
              </p:cNvPr>
              <p:cNvSpPr/>
              <p:nvPr/>
            </p:nvSpPr>
            <p:spPr>
              <a:xfrm>
                <a:off x="2028797" y="444272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6" name="Freeform: Shape 735">
                <a:extLst>
                  <a:ext uri="{FF2B5EF4-FFF2-40B4-BE49-F238E27FC236}">
                    <a16:creationId xmlns:a16="http://schemas.microsoft.com/office/drawing/2014/main" id="{14F98F36-3033-626E-BD8F-BA65984167DB}"/>
                  </a:ext>
                </a:extLst>
              </p:cNvPr>
              <p:cNvSpPr/>
              <p:nvPr/>
            </p:nvSpPr>
            <p:spPr>
              <a:xfrm>
                <a:off x="1858393" y="4372867"/>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2"/>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7" name="Freeform: Shape 736">
                <a:extLst>
                  <a:ext uri="{FF2B5EF4-FFF2-40B4-BE49-F238E27FC236}">
                    <a16:creationId xmlns:a16="http://schemas.microsoft.com/office/drawing/2014/main" id="{D17D5F28-2E87-3540-325F-81C50E270DE9}"/>
                  </a:ext>
                </a:extLst>
              </p:cNvPr>
              <p:cNvSpPr/>
              <p:nvPr/>
            </p:nvSpPr>
            <p:spPr>
              <a:xfrm>
                <a:off x="1694657" y="428840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1" y="71972"/>
                      <a:pt x="0" y="55861"/>
                      <a:pt x="0" y="35986"/>
                    </a:cubicBezTo>
                    <a:cubicBezTo>
                      <a:pt x="0" y="16111"/>
                      <a:pt x="16111"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8" name="Freeform: Shape 737">
                <a:extLst>
                  <a:ext uri="{FF2B5EF4-FFF2-40B4-BE49-F238E27FC236}">
                    <a16:creationId xmlns:a16="http://schemas.microsoft.com/office/drawing/2014/main" id="{2CF28633-9B53-650A-64E5-C82BBBCE8219}"/>
                  </a:ext>
                </a:extLst>
              </p:cNvPr>
              <p:cNvSpPr/>
              <p:nvPr/>
            </p:nvSpPr>
            <p:spPr>
              <a:xfrm>
                <a:off x="1538965" y="419008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1" y="71972"/>
                      <a:pt x="35986" y="71972"/>
                    </a:cubicBezTo>
                    <a:cubicBezTo>
                      <a:pt x="16112" y="71972"/>
                      <a:pt x="0" y="55861"/>
                      <a:pt x="0" y="35986"/>
                    </a:cubicBezTo>
                    <a:cubicBezTo>
                      <a:pt x="0" y="16112"/>
                      <a:pt x="16112" y="0"/>
                      <a:pt x="35986" y="0"/>
                    </a:cubicBezTo>
                    <a:cubicBezTo>
                      <a:pt x="55861"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9" name="Freeform: Shape 738">
                <a:extLst>
                  <a:ext uri="{FF2B5EF4-FFF2-40B4-BE49-F238E27FC236}">
                    <a16:creationId xmlns:a16="http://schemas.microsoft.com/office/drawing/2014/main" id="{4D4FF047-FA99-65F8-2614-BDB9687DD9A2}"/>
                  </a:ext>
                </a:extLst>
              </p:cNvPr>
              <p:cNvSpPr/>
              <p:nvPr/>
            </p:nvSpPr>
            <p:spPr>
              <a:xfrm>
                <a:off x="1392481" y="4078523"/>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0" name="Freeform: Shape 739">
                <a:extLst>
                  <a:ext uri="{FF2B5EF4-FFF2-40B4-BE49-F238E27FC236}">
                    <a16:creationId xmlns:a16="http://schemas.microsoft.com/office/drawing/2014/main" id="{36629243-30DA-B187-BB70-51A083CD13FE}"/>
                  </a:ext>
                </a:extLst>
              </p:cNvPr>
              <p:cNvSpPr/>
              <p:nvPr/>
            </p:nvSpPr>
            <p:spPr>
              <a:xfrm>
                <a:off x="1256158" y="395468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1"/>
                      <a:pt x="0" y="35986"/>
                    </a:cubicBezTo>
                    <a:cubicBezTo>
                      <a:pt x="0" y="16112"/>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1" name="Freeform: Shape 740">
                <a:extLst>
                  <a:ext uri="{FF2B5EF4-FFF2-40B4-BE49-F238E27FC236}">
                    <a16:creationId xmlns:a16="http://schemas.microsoft.com/office/drawing/2014/main" id="{EBBFB076-7C36-B9BD-1DB7-719AE3E6080C}"/>
                  </a:ext>
                </a:extLst>
              </p:cNvPr>
              <p:cNvSpPr/>
              <p:nvPr/>
            </p:nvSpPr>
            <p:spPr>
              <a:xfrm>
                <a:off x="1131266" y="3819319"/>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2" name="Freeform: Shape 741">
                <a:extLst>
                  <a:ext uri="{FF2B5EF4-FFF2-40B4-BE49-F238E27FC236}">
                    <a16:creationId xmlns:a16="http://schemas.microsoft.com/office/drawing/2014/main" id="{5CD60D35-B26C-6BFF-0753-FF6383C73517}"/>
                  </a:ext>
                </a:extLst>
              </p:cNvPr>
              <p:cNvSpPr/>
              <p:nvPr/>
            </p:nvSpPr>
            <p:spPr>
              <a:xfrm>
                <a:off x="1018545" y="3673682"/>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3" name="Freeform: Shape 742">
                <a:extLst>
                  <a:ext uri="{FF2B5EF4-FFF2-40B4-BE49-F238E27FC236}">
                    <a16:creationId xmlns:a16="http://schemas.microsoft.com/office/drawing/2014/main" id="{45202E65-45D1-D243-D04B-CF3148F3DCF1}"/>
                  </a:ext>
                </a:extLst>
              </p:cNvPr>
              <p:cNvSpPr/>
              <p:nvPr/>
            </p:nvSpPr>
            <p:spPr>
              <a:xfrm>
                <a:off x="918949" y="351883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4" name="Freeform: Shape 743">
                <a:extLst>
                  <a:ext uri="{FF2B5EF4-FFF2-40B4-BE49-F238E27FC236}">
                    <a16:creationId xmlns:a16="http://schemas.microsoft.com/office/drawing/2014/main" id="{E29165EA-785E-3D69-0CE1-330B903F59F6}"/>
                  </a:ext>
                </a:extLst>
              </p:cNvPr>
              <p:cNvSpPr/>
              <p:nvPr/>
            </p:nvSpPr>
            <p:spPr>
              <a:xfrm>
                <a:off x="833217" y="3355841"/>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5" name="Freeform: Shape 744">
                <a:extLst>
                  <a:ext uri="{FF2B5EF4-FFF2-40B4-BE49-F238E27FC236}">
                    <a16:creationId xmlns:a16="http://schemas.microsoft.com/office/drawing/2014/main" id="{6E95BD8C-0958-F297-1F8E-5FBC2664B3E0}"/>
                  </a:ext>
                </a:extLst>
              </p:cNvPr>
              <p:cNvSpPr/>
              <p:nvPr/>
            </p:nvSpPr>
            <p:spPr>
              <a:xfrm>
                <a:off x="761986" y="3185966"/>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6" name="Freeform: Shape 745">
                <a:extLst>
                  <a:ext uri="{FF2B5EF4-FFF2-40B4-BE49-F238E27FC236}">
                    <a16:creationId xmlns:a16="http://schemas.microsoft.com/office/drawing/2014/main" id="{98AEEEB2-E573-AD84-6387-3B3AE1B18F92}"/>
                  </a:ext>
                </a:extLst>
              </p:cNvPr>
              <p:cNvSpPr/>
              <p:nvPr/>
            </p:nvSpPr>
            <p:spPr>
              <a:xfrm>
                <a:off x="705891" y="3010588"/>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7" name="Freeform: Shape 746">
                <a:extLst>
                  <a:ext uri="{FF2B5EF4-FFF2-40B4-BE49-F238E27FC236}">
                    <a16:creationId xmlns:a16="http://schemas.microsoft.com/office/drawing/2014/main" id="{E0C8A89E-F205-ECE7-3130-D1BA91A9CB18}"/>
                  </a:ext>
                </a:extLst>
              </p:cNvPr>
              <p:cNvSpPr/>
              <p:nvPr/>
            </p:nvSpPr>
            <p:spPr>
              <a:xfrm>
                <a:off x="665248" y="283087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0"/>
                      <a:pt x="55860" y="71972"/>
                      <a:pt x="35986" y="71972"/>
                    </a:cubicBezTo>
                    <a:cubicBezTo>
                      <a:pt x="16112" y="71972"/>
                      <a:pt x="0" y="55860"/>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8" name="Freeform: Shape 747">
                <a:extLst>
                  <a:ext uri="{FF2B5EF4-FFF2-40B4-BE49-F238E27FC236}">
                    <a16:creationId xmlns:a16="http://schemas.microsoft.com/office/drawing/2014/main" id="{D5E2920C-E1E1-F0A1-CF32-6DFBE6AD8BF6}"/>
                  </a:ext>
                </a:extLst>
              </p:cNvPr>
              <p:cNvSpPr/>
              <p:nvPr/>
            </p:nvSpPr>
            <p:spPr>
              <a:xfrm>
                <a:off x="640375" y="2648400"/>
                <a:ext cx="71971" cy="71971"/>
              </a:xfrm>
              <a:custGeom>
                <a:avLst/>
                <a:gdLst>
                  <a:gd name="connsiteX0" fmla="*/ 71972 w 71971"/>
                  <a:gd name="connsiteY0" fmla="*/ 35986 h 71971"/>
                  <a:gd name="connsiteX1" fmla="*/ 35986 w 71971"/>
                  <a:gd name="connsiteY1" fmla="*/ 71972 h 71971"/>
                  <a:gd name="connsiteX2" fmla="*/ 0 w 71971"/>
                  <a:gd name="connsiteY2" fmla="*/ 35986 h 71971"/>
                  <a:gd name="connsiteX3" fmla="*/ 35986 w 71971"/>
                  <a:gd name="connsiteY3" fmla="*/ 0 h 71971"/>
                  <a:gd name="connsiteX4" fmla="*/ 71972 w 71971"/>
                  <a:gd name="connsiteY4" fmla="*/ 35986 h 71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71" h="71971">
                    <a:moveTo>
                      <a:pt x="71972" y="35986"/>
                    </a:moveTo>
                    <a:cubicBezTo>
                      <a:pt x="71972" y="55861"/>
                      <a:pt x="55860" y="71972"/>
                      <a:pt x="35986" y="71972"/>
                    </a:cubicBezTo>
                    <a:cubicBezTo>
                      <a:pt x="16112" y="71972"/>
                      <a:pt x="0" y="55861"/>
                      <a:pt x="0" y="35986"/>
                    </a:cubicBezTo>
                    <a:cubicBezTo>
                      <a:pt x="0" y="16111"/>
                      <a:pt x="16112" y="0"/>
                      <a:pt x="35986" y="0"/>
                    </a:cubicBezTo>
                    <a:cubicBezTo>
                      <a:pt x="55860" y="0"/>
                      <a:pt x="71972" y="16111"/>
                      <a:pt x="71972" y="3598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8" name="Graphic 9">
              <a:extLst>
                <a:ext uri="{FF2B5EF4-FFF2-40B4-BE49-F238E27FC236}">
                  <a16:creationId xmlns:a16="http://schemas.microsoft.com/office/drawing/2014/main" id="{7D3B6BAC-C596-264B-449A-DF91E28A57C9}"/>
                </a:ext>
              </a:extLst>
            </p:cNvPr>
            <p:cNvGrpSpPr/>
            <p:nvPr/>
          </p:nvGrpSpPr>
          <p:grpSpPr>
            <a:xfrm>
              <a:off x="-435415" y="-436531"/>
              <a:ext cx="6098829" cy="6098829"/>
              <a:chOff x="440971" y="151823"/>
              <a:chExt cx="4678171" cy="4678171"/>
            </a:xfrm>
            <a:solidFill>
              <a:schemeClr val="accent1">
                <a:lumMod val="20000"/>
                <a:lumOff val="80000"/>
                <a:alpha val="40000"/>
              </a:schemeClr>
            </a:solidFill>
          </p:grpSpPr>
          <p:sp>
            <p:nvSpPr>
              <p:cNvPr id="605" name="Freeform: Shape 604">
                <a:extLst>
                  <a:ext uri="{FF2B5EF4-FFF2-40B4-BE49-F238E27FC236}">
                    <a16:creationId xmlns:a16="http://schemas.microsoft.com/office/drawing/2014/main" id="{6E666196-32A4-7EE8-4EDD-5956C400B40F}"/>
                  </a:ext>
                </a:extLst>
              </p:cNvPr>
              <p:cNvSpPr/>
              <p:nvPr/>
            </p:nvSpPr>
            <p:spPr>
              <a:xfrm>
                <a:off x="440971" y="245174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6" name="Freeform: Shape 605">
                <a:extLst>
                  <a:ext uri="{FF2B5EF4-FFF2-40B4-BE49-F238E27FC236}">
                    <a16:creationId xmlns:a16="http://schemas.microsoft.com/office/drawing/2014/main" id="{912B52FB-0571-087D-E1A5-9128305A55CB}"/>
                  </a:ext>
                </a:extLst>
              </p:cNvPr>
              <p:cNvSpPr/>
              <p:nvPr/>
            </p:nvSpPr>
            <p:spPr>
              <a:xfrm>
                <a:off x="449755" y="22514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7" name="Freeform: Shape 606">
                <a:extLst>
                  <a:ext uri="{FF2B5EF4-FFF2-40B4-BE49-F238E27FC236}">
                    <a16:creationId xmlns:a16="http://schemas.microsoft.com/office/drawing/2014/main" id="{BFF2A7C1-88D5-EC26-AB47-9B6F3ADCA316}"/>
                  </a:ext>
                </a:extLst>
              </p:cNvPr>
              <p:cNvSpPr/>
              <p:nvPr/>
            </p:nvSpPr>
            <p:spPr>
              <a:xfrm>
                <a:off x="475898" y="205262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8" name="Freeform: Shape 607">
                <a:extLst>
                  <a:ext uri="{FF2B5EF4-FFF2-40B4-BE49-F238E27FC236}">
                    <a16:creationId xmlns:a16="http://schemas.microsoft.com/office/drawing/2014/main" id="{5F7B7288-82F8-7880-8650-6716C0F41248}"/>
                  </a:ext>
                </a:extLst>
              </p:cNvPr>
              <p:cNvSpPr/>
              <p:nvPr/>
            </p:nvSpPr>
            <p:spPr>
              <a:xfrm>
                <a:off x="519293" y="185692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9" name="Freeform: Shape 608">
                <a:extLst>
                  <a:ext uri="{FF2B5EF4-FFF2-40B4-BE49-F238E27FC236}">
                    <a16:creationId xmlns:a16="http://schemas.microsoft.com/office/drawing/2014/main" id="{5FD688AE-EB3F-A2D5-8E5A-272E871CB1F6}"/>
                  </a:ext>
                </a:extLst>
              </p:cNvPr>
              <p:cNvSpPr/>
              <p:nvPr/>
            </p:nvSpPr>
            <p:spPr>
              <a:xfrm>
                <a:off x="579516" y="166566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0" name="Freeform: Shape 609">
                <a:extLst>
                  <a:ext uri="{FF2B5EF4-FFF2-40B4-BE49-F238E27FC236}">
                    <a16:creationId xmlns:a16="http://schemas.microsoft.com/office/drawing/2014/main" id="{635D256C-9C62-B689-1B07-58E27C680E5D}"/>
                  </a:ext>
                </a:extLst>
              </p:cNvPr>
              <p:cNvSpPr/>
              <p:nvPr/>
            </p:nvSpPr>
            <p:spPr>
              <a:xfrm>
                <a:off x="656145" y="1480445"/>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1" name="Freeform: Shape 610">
                <a:extLst>
                  <a:ext uri="{FF2B5EF4-FFF2-40B4-BE49-F238E27FC236}">
                    <a16:creationId xmlns:a16="http://schemas.microsoft.com/office/drawing/2014/main" id="{0C59C1C6-8F7C-EB30-946F-23398846A3B9}"/>
                  </a:ext>
                </a:extLst>
              </p:cNvPr>
              <p:cNvSpPr/>
              <p:nvPr/>
            </p:nvSpPr>
            <p:spPr>
              <a:xfrm>
                <a:off x="748756" y="1302526"/>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2" name="Freeform: Shape 611">
                <a:extLst>
                  <a:ext uri="{FF2B5EF4-FFF2-40B4-BE49-F238E27FC236}">
                    <a16:creationId xmlns:a16="http://schemas.microsoft.com/office/drawing/2014/main" id="{3F8550C9-D41F-667C-8756-62ED8E498A7C}"/>
                  </a:ext>
                </a:extLst>
              </p:cNvPr>
              <p:cNvSpPr/>
              <p:nvPr/>
            </p:nvSpPr>
            <p:spPr>
              <a:xfrm>
                <a:off x="856397" y="11333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3" name="Freeform: Shape 612">
                <a:extLst>
                  <a:ext uri="{FF2B5EF4-FFF2-40B4-BE49-F238E27FC236}">
                    <a16:creationId xmlns:a16="http://schemas.microsoft.com/office/drawing/2014/main" id="{DC71C2F6-B4A7-F943-4E09-BE9513EA798C}"/>
                  </a:ext>
                </a:extLst>
              </p:cNvPr>
              <p:cNvSpPr/>
              <p:nvPr/>
            </p:nvSpPr>
            <p:spPr>
              <a:xfrm>
                <a:off x="978325" y="97431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4" name="Freeform: Shape 613">
                <a:extLst>
                  <a:ext uri="{FF2B5EF4-FFF2-40B4-BE49-F238E27FC236}">
                    <a16:creationId xmlns:a16="http://schemas.microsoft.com/office/drawing/2014/main" id="{D24F2DAE-0DAD-4F24-2174-43E658F13E62}"/>
                  </a:ext>
                </a:extLst>
              </p:cNvPr>
              <p:cNvSpPr/>
              <p:nvPr/>
            </p:nvSpPr>
            <p:spPr>
              <a:xfrm>
                <a:off x="1113696" y="82645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5" name="Freeform: Shape 614">
                <a:extLst>
                  <a:ext uri="{FF2B5EF4-FFF2-40B4-BE49-F238E27FC236}">
                    <a16:creationId xmlns:a16="http://schemas.microsoft.com/office/drawing/2014/main" id="{2C8FB3A4-4551-F79D-29DB-9DA9FCE9A49B}"/>
                  </a:ext>
                </a:extLst>
              </p:cNvPr>
              <p:cNvSpPr/>
              <p:nvPr/>
            </p:nvSpPr>
            <p:spPr>
              <a:xfrm>
                <a:off x="1261450" y="6908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6" name="Freeform: Shape 615">
                <a:extLst>
                  <a:ext uri="{FF2B5EF4-FFF2-40B4-BE49-F238E27FC236}">
                    <a16:creationId xmlns:a16="http://schemas.microsoft.com/office/drawing/2014/main" id="{2727EB2A-432E-0A66-0A67-435C5DFFCC8D}"/>
                  </a:ext>
                </a:extLst>
              </p:cNvPr>
              <p:cNvSpPr/>
              <p:nvPr/>
            </p:nvSpPr>
            <p:spPr>
              <a:xfrm>
                <a:off x="1420423" y="56873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7" name="Freeform: Shape 616">
                <a:extLst>
                  <a:ext uri="{FF2B5EF4-FFF2-40B4-BE49-F238E27FC236}">
                    <a16:creationId xmlns:a16="http://schemas.microsoft.com/office/drawing/2014/main" id="{020A1976-F0E6-2A23-9391-345607EC11CC}"/>
                  </a:ext>
                </a:extLst>
              </p:cNvPr>
              <p:cNvSpPr/>
              <p:nvPr/>
            </p:nvSpPr>
            <p:spPr>
              <a:xfrm>
                <a:off x="1589451" y="46087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8" name="Freeform: Shape 617">
                <a:extLst>
                  <a:ext uri="{FF2B5EF4-FFF2-40B4-BE49-F238E27FC236}">
                    <a16:creationId xmlns:a16="http://schemas.microsoft.com/office/drawing/2014/main" id="{9EE0F2BE-BC61-2746-9056-2D38A51B5042}"/>
                  </a:ext>
                </a:extLst>
              </p:cNvPr>
              <p:cNvSpPr/>
              <p:nvPr/>
            </p:nvSpPr>
            <p:spPr>
              <a:xfrm>
                <a:off x="1767264" y="36816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9" name="Freeform: Shape 618">
                <a:extLst>
                  <a:ext uri="{FF2B5EF4-FFF2-40B4-BE49-F238E27FC236}">
                    <a16:creationId xmlns:a16="http://schemas.microsoft.com/office/drawing/2014/main" id="{A4A3BBA7-7C8C-F348-7245-DA0AA171CAE4}"/>
                  </a:ext>
                </a:extLst>
              </p:cNvPr>
              <p:cNvSpPr/>
              <p:nvPr/>
            </p:nvSpPr>
            <p:spPr>
              <a:xfrm>
                <a:off x="1952380" y="29121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0" name="Freeform: Shape 619">
                <a:extLst>
                  <a:ext uri="{FF2B5EF4-FFF2-40B4-BE49-F238E27FC236}">
                    <a16:creationId xmlns:a16="http://schemas.microsoft.com/office/drawing/2014/main" id="{27881190-0122-DE12-85E2-88474FCEEF8B}"/>
                  </a:ext>
                </a:extLst>
              </p:cNvPr>
              <p:cNvSpPr/>
              <p:nvPr/>
            </p:nvSpPr>
            <p:spPr>
              <a:xfrm>
                <a:off x="2143529" y="23078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1" name="Freeform: Shape 620">
                <a:extLst>
                  <a:ext uri="{FF2B5EF4-FFF2-40B4-BE49-F238E27FC236}">
                    <a16:creationId xmlns:a16="http://schemas.microsoft.com/office/drawing/2014/main" id="{3F45E0F1-D105-A901-C841-A9B402017CC8}"/>
                  </a:ext>
                </a:extLst>
              </p:cNvPr>
              <p:cNvSpPr/>
              <p:nvPr/>
            </p:nvSpPr>
            <p:spPr>
              <a:xfrm>
                <a:off x="2339229" y="18717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2" name="Freeform: Shape 621">
                <a:extLst>
                  <a:ext uri="{FF2B5EF4-FFF2-40B4-BE49-F238E27FC236}">
                    <a16:creationId xmlns:a16="http://schemas.microsoft.com/office/drawing/2014/main" id="{AB2FA898-4950-411B-3FDA-5147B50F4E40}"/>
                  </a:ext>
                </a:extLst>
              </p:cNvPr>
              <p:cNvSpPr/>
              <p:nvPr/>
            </p:nvSpPr>
            <p:spPr>
              <a:xfrm>
                <a:off x="2537998" y="16081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3" name="Freeform: Shape 622">
                <a:extLst>
                  <a:ext uri="{FF2B5EF4-FFF2-40B4-BE49-F238E27FC236}">
                    <a16:creationId xmlns:a16="http://schemas.microsoft.com/office/drawing/2014/main" id="{8BC6C57E-D8ED-BE87-45BA-53A19F618084}"/>
                  </a:ext>
                </a:extLst>
              </p:cNvPr>
              <p:cNvSpPr/>
              <p:nvPr/>
            </p:nvSpPr>
            <p:spPr>
              <a:xfrm>
                <a:off x="2738249" y="15182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4" name="Freeform: Shape 623">
                <a:extLst>
                  <a:ext uri="{FF2B5EF4-FFF2-40B4-BE49-F238E27FC236}">
                    <a16:creationId xmlns:a16="http://schemas.microsoft.com/office/drawing/2014/main" id="{B0481711-72B9-A42C-888E-0310611E90F7}"/>
                  </a:ext>
                </a:extLst>
              </p:cNvPr>
              <p:cNvSpPr/>
              <p:nvPr/>
            </p:nvSpPr>
            <p:spPr>
              <a:xfrm>
                <a:off x="2938606" y="16039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5" name="Freeform: Shape 624">
                <a:extLst>
                  <a:ext uri="{FF2B5EF4-FFF2-40B4-BE49-F238E27FC236}">
                    <a16:creationId xmlns:a16="http://schemas.microsoft.com/office/drawing/2014/main" id="{449C25AD-7450-7BB7-2B56-57659C813802}"/>
                  </a:ext>
                </a:extLst>
              </p:cNvPr>
              <p:cNvSpPr/>
              <p:nvPr/>
            </p:nvSpPr>
            <p:spPr>
              <a:xfrm>
                <a:off x="3137376" y="18632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6" name="Freeform: Shape 625">
                <a:extLst>
                  <a:ext uri="{FF2B5EF4-FFF2-40B4-BE49-F238E27FC236}">
                    <a16:creationId xmlns:a16="http://schemas.microsoft.com/office/drawing/2014/main" id="{95681559-FD86-C000-5E41-F5D4323296DF}"/>
                  </a:ext>
                </a:extLst>
              </p:cNvPr>
              <p:cNvSpPr/>
              <p:nvPr/>
            </p:nvSpPr>
            <p:spPr>
              <a:xfrm>
                <a:off x="3333182" y="229404"/>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7" name="Freeform: Shape 626">
                <a:extLst>
                  <a:ext uri="{FF2B5EF4-FFF2-40B4-BE49-F238E27FC236}">
                    <a16:creationId xmlns:a16="http://schemas.microsoft.com/office/drawing/2014/main" id="{F40DDCF7-8562-E5C9-A4D5-0FEA5FB5C99C}"/>
                  </a:ext>
                </a:extLst>
              </p:cNvPr>
              <p:cNvSpPr/>
              <p:nvPr/>
            </p:nvSpPr>
            <p:spPr>
              <a:xfrm>
                <a:off x="3524542" y="28952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8" name="Freeform: Shape 627">
                <a:extLst>
                  <a:ext uri="{FF2B5EF4-FFF2-40B4-BE49-F238E27FC236}">
                    <a16:creationId xmlns:a16="http://schemas.microsoft.com/office/drawing/2014/main" id="{0F53DB06-895C-6E25-69E0-48C9EFAECC48}"/>
                  </a:ext>
                </a:extLst>
              </p:cNvPr>
              <p:cNvSpPr/>
              <p:nvPr/>
            </p:nvSpPr>
            <p:spPr>
              <a:xfrm>
                <a:off x="3709870" y="36593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9" name="Freeform: Shape 628">
                <a:extLst>
                  <a:ext uri="{FF2B5EF4-FFF2-40B4-BE49-F238E27FC236}">
                    <a16:creationId xmlns:a16="http://schemas.microsoft.com/office/drawing/2014/main" id="{1B908321-F258-C476-0A30-D2F356D8BFF5}"/>
                  </a:ext>
                </a:extLst>
              </p:cNvPr>
              <p:cNvSpPr/>
              <p:nvPr/>
            </p:nvSpPr>
            <p:spPr>
              <a:xfrm>
                <a:off x="3887788" y="45823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0" name="Freeform: Shape 629">
                <a:extLst>
                  <a:ext uri="{FF2B5EF4-FFF2-40B4-BE49-F238E27FC236}">
                    <a16:creationId xmlns:a16="http://schemas.microsoft.com/office/drawing/2014/main" id="{65DC61D2-87C2-0F3F-A594-2B1388B1644B}"/>
                  </a:ext>
                </a:extLst>
              </p:cNvPr>
              <p:cNvSpPr/>
              <p:nvPr/>
            </p:nvSpPr>
            <p:spPr>
              <a:xfrm>
                <a:off x="4057134" y="56576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1" name="Freeform: Shape 630">
                <a:extLst>
                  <a:ext uri="{FF2B5EF4-FFF2-40B4-BE49-F238E27FC236}">
                    <a16:creationId xmlns:a16="http://schemas.microsoft.com/office/drawing/2014/main" id="{E8A4C11F-1D45-E959-32CE-721E64F35172}"/>
                  </a:ext>
                </a:extLst>
              </p:cNvPr>
              <p:cNvSpPr/>
              <p:nvPr/>
            </p:nvSpPr>
            <p:spPr>
              <a:xfrm>
                <a:off x="4216319" y="687484"/>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2" name="Freeform: Shape 631">
                <a:extLst>
                  <a:ext uri="{FF2B5EF4-FFF2-40B4-BE49-F238E27FC236}">
                    <a16:creationId xmlns:a16="http://schemas.microsoft.com/office/drawing/2014/main" id="{6419FF66-0FFD-077D-50C8-2683FCFB161C}"/>
                  </a:ext>
                </a:extLst>
              </p:cNvPr>
              <p:cNvSpPr/>
              <p:nvPr/>
            </p:nvSpPr>
            <p:spPr>
              <a:xfrm>
                <a:off x="4364390" y="822749"/>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3" name="Freeform: Shape 632">
                <a:extLst>
                  <a:ext uri="{FF2B5EF4-FFF2-40B4-BE49-F238E27FC236}">
                    <a16:creationId xmlns:a16="http://schemas.microsoft.com/office/drawing/2014/main" id="{E5C7F520-5757-C5D3-C4C6-EDDA08D5CA73}"/>
                  </a:ext>
                </a:extLst>
              </p:cNvPr>
              <p:cNvSpPr/>
              <p:nvPr/>
            </p:nvSpPr>
            <p:spPr>
              <a:xfrm>
                <a:off x="4500078" y="970291"/>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4" name="Freeform: Shape 633">
                <a:extLst>
                  <a:ext uri="{FF2B5EF4-FFF2-40B4-BE49-F238E27FC236}">
                    <a16:creationId xmlns:a16="http://schemas.microsoft.com/office/drawing/2014/main" id="{A3F7D314-2FC9-25CA-DEA8-1304DBB03A04}"/>
                  </a:ext>
                </a:extLst>
              </p:cNvPr>
              <p:cNvSpPr/>
              <p:nvPr/>
            </p:nvSpPr>
            <p:spPr>
              <a:xfrm>
                <a:off x="4622431" y="1129158"/>
                <a:ext cx="78322" cy="78322"/>
              </a:xfrm>
              <a:custGeom>
                <a:avLst/>
                <a:gdLst>
                  <a:gd name="connsiteX0" fmla="*/ 78322 w 78322"/>
                  <a:gd name="connsiteY0" fmla="*/ 39161 h 78322"/>
                  <a:gd name="connsiteX1" fmla="*/ 39161 w 78322"/>
                  <a:gd name="connsiteY1" fmla="*/ 78322 h 78322"/>
                  <a:gd name="connsiteX2" fmla="*/ -1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1" y="60789"/>
                      <a:pt x="-1" y="39161"/>
                    </a:cubicBezTo>
                    <a:cubicBezTo>
                      <a:pt x="-1"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5" name="Freeform: Shape 634">
                <a:extLst>
                  <a:ext uri="{FF2B5EF4-FFF2-40B4-BE49-F238E27FC236}">
                    <a16:creationId xmlns:a16="http://schemas.microsoft.com/office/drawing/2014/main" id="{A8C35D31-4741-2715-E6EC-E0B5CD28A70E}"/>
                  </a:ext>
                </a:extLst>
              </p:cNvPr>
              <p:cNvSpPr/>
              <p:nvPr/>
            </p:nvSpPr>
            <p:spPr>
              <a:xfrm>
                <a:off x="4730494" y="129808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6" name="Freeform: Shape 635">
                <a:extLst>
                  <a:ext uri="{FF2B5EF4-FFF2-40B4-BE49-F238E27FC236}">
                    <a16:creationId xmlns:a16="http://schemas.microsoft.com/office/drawing/2014/main" id="{443E3B5B-F27A-7630-76D3-79DEA46DF2B0}"/>
                  </a:ext>
                </a:extLst>
              </p:cNvPr>
              <p:cNvSpPr/>
              <p:nvPr/>
            </p:nvSpPr>
            <p:spPr>
              <a:xfrm>
                <a:off x="4823423" y="1475682"/>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7" name="Freeform: Shape 636">
                <a:extLst>
                  <a:ext uri="{FF2B5EF4-FFF2-40B4-BE49-F238E27FC236}">
                    <a16:creationId xmlns:a16="http://schemas.microsoft.com/office/drawing/2014/main" id="{A6A548BA-8E7F-1B8A-DD70-7C101F036835}"/>
                  </a:ext>
                </a:extLst>
              </p:cNvPr>
              <p:cNvSpPr/>
              <p:nvPr/>
            </p:nvSpPr>
            <p:spPr>
              <a:xfrm>
                <a:off x="4900475" y="166079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8" name="Freeform: Shape 637">
                <a:extLst>
                  <a:ext uri="{FF2B5EF4-FFF2-40B4-BE49-F238E27FC236}">
                    <a16:creationId xmlns:a16="http://schemas.microsoft.com/office/drawing/2014/main" id="{13E15E2D-8F0C-357B-D480-20CE66EEA431}"/>
                  </a:ext>
                </a:extLst>
              </p:cNvPr>
              <p:cNvSpPr/>
              <p:nvPr/>
            </p:nvSpPr>
            <p:spPr>
              <a:xfrm>
                <a:off x="4961228" y="185184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9" name="Freeform: Shape 638">
                <a:extLst>
                  <a:ext uri="{FF2B5EF4-FFF2-40B4-BE49-F238E27FC236}">
                    <a16:creationId xmlns:a16="http://schemas.microsoft.com/office/drawing/2014/main" id="{28D3F72C-1178-0681-07AD-ECCDB5E328CD}"/>
                  </a:ext>
                </a:extLst>
              </p:cNvPr>
              <p:cNvSpPr/>
              <p:nvPr/>
            </p:nvSpPr>
            <p:spPr>
              <a:xfrm>
                <a:off x="5004940" y="204754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0" name="Freeform: Shape 639">
                <a:extLst>
                  <a:ext uri="{FF2B5EF4-FFF2-40B4-BE49-F238E27FC236}">
                    <a16:creationId xmlns:a16="http://schemas.microsoft.com/office/drawing/2014/main" id="{A1D88BF5-E5D1-B79A-1BF8-D3B3A5B757F8}"/>
                  </a:ext>
                </a:extLst>
              </p:cNvPr>
              <p:cNvSpPr/>
              <p:nvPr/>
            </p:nvSpPr>
            <p:spPr>
              <a:xfrm>
                <a:off x="5031612" y="224631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1" name="Freeform: Shape 640">
                <a:extLst>
                  <a:ext uri="{FF2B5EF4-FFF2-40B4-BE49-F238E27FC236}">
                    <a16:creationId xmlns:a16="http://schemas.microsoft.com/office/drawing/2014/main" id="{A4B4CFD8-D96D-5B66-DC88-651A230F68CB}"/>
                  </a:ext>
                </a:extLst>
              </p:cNvPr>
              <p:cNvSpPr/>
              <p:nvPr/>
            </p:nvSpPr>
            <p:spPr>
              <a:xfrm>
                <a:off x="5040820" y="24465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2" name="Freeform: Shape 641">
                <a:extLst>
                  <a:ext uri="{FF2B5EF4-FFF2-40B4-BE49-F238E27FC236}">
                    <a16:creationId xmlns:a16="http://schemas.microsoft.com/office/drawing/2014/main" id="{7CAD72D1-5C89-415A-F11D-6C4FD34A471F}"/>
                  </a:ext>
                </a:extLst>
              </p:cNvPr>
              <p:cNvSpPr/>
              <p:nvPr/>
            </p:nvSpPr>
            <p:spPr>
              <a:xfrm>
                <a:off x="5032459" y="2646918"/>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3" name="Freeform: Shape 642">
                <a:extLst>
                  <a:ext uri="{FF2B5EF4-FFF2-40B4-BE49-F238E27FC236}">
                    <a16:creationId xmlns:a16="http://schemas.microsoft.com/office/drawing/2014/main" id="{5147E576-E53B-5799-1564-0B011D8A2FCC}"/>
                  </a:ext>
                </a:extLst>
              </p:cNvPr>
              <p:cNvSpPr/>
              <p:nvPr/>
            </p:nvSpPr>
            <p:spPr>
              <a:xfrm>
                <a:off x="5006845" y="284568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4" name="Freeform: Shape 643">
                <a:extLst>
                  <a:ext uri="{FF2B5EF4-FFF2-40B4-BE49-F238E27FC236}">
                    <a16:creationId xmlns:a16="http://schemas.microsoft.com/office/drawing/2014/main" id="{B705BA71-516E-4AF3-52DA-BE36E241273D}"/>
                  </a:ext>
                </a:extLst>
              </p:cNvPr>
              <p:cNvSpPr/>
              <p:nvPr/>
            </p:nvSpPr>
            <p:spPr>
              <a:xfrm>
                <a:off x="4963874" y="304159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5" name="Freeform: Shape 644">
                <a:extLst>
                  <a:ext uri="{FF2B5EF4-FFF2-40B4-BE49-F238E27FC236}">
                    <a16:creationId xmlns:a16="http://schemas.microsoft.com/office/drawing/2014/main" id="{953A5372-6465-178C-F7CD-C99F1DA58FA7}"/>
                  </a:ext>
                </a:extLst>
              </p:cNvPr>
              <p:cNvSpPr/>
              <p:nvPr/>
            </p:nvSpPr>
            <p:spPr>
              <a:xfrm>
                <a:off x="4904073" y="3232960"/>
                <a:ext cx="78322" cy="78322"/>
              </a:xfrm>
              <a:custGeom>
                <a:avLst/>
                <a:gdLst>
                  <a:gd name="connsiteX0" fmla="*/ 78323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3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3" y="39161"/>
                    </a:moveTo>
                    <a:cubicBezTo>
                      <a:pt x="78323" y="60789"/>
                      <a:pt x="60789" y="78322"/>
                      <a:pt x="39161" y="78322"/>
                    </a:cubicBezTo>
                    <a:cubicBezTo>
                      <a:pt x="17533" y="78322"/>
                      <a:pt x="0" y="60789"/>
                      <a:pt x="0" y="39161"/>
                    </a:cubicBezTo>
                    <a:cubicBezTo>
                      <a:pt x="0" y="17533"/>
                      <a:pt x="17533" y="0"/>
                      <a:pt x="39161" y="0"/>
                    </a:cubicBezTo>
                    <a:cubicBezTo>
                      <a:pt x="60789" y="0"/>
                      <a:pt x="78323" y="17533"/>
                      <a:pt x="78323"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6" name="Freeform: Shape 645">
                <a:extLst>
                  <a:ext uri="{FF2B5EF4-FFF2-40B4-BE49-F238E27FC236}">
                    <a16:creationId xmlns:a16="http://schemas.microsoft.com/office/drawing/2014/main" id="{303913B4-1F7D-DA1C-6B7A-A52705430CED}"/>
                  </a:ext>
                </a:extLst>
              </p:cNvPr>
              <p:cNvSpPr/>
              <p:nvPr/>
            </p:nvSpPr>
            <p:spPr>
              <a:xfrm>
                <a:off x="4827762" y="341839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7" name="Freeform: Shape 646">
                <a:extLst>
                  <a:ext uri="{FF2B5EF4-FFF2-40B4-BE49-F238E27FC236}">
                    <a16:creationId xmlns:a16="http://schemas.microsoft.com/office/drawing/2014/main" id="{7EB3E44A-4912-017C-FD54-B8FD5F0B2F70}"/>
                  </a:ext>
                </a:extLst>
              </p:cNvPr>
              <p:cNvSpPr/>
              <p:nvPr/>
            </p:nvSpPr>
            <p:spPr>
              <a:xfrm>
                <a:off x="4735680" y="3596418"/>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8" name="Freeform: Shape 647">
                <a:extLst>
                  <a:ext uri="{FF2B5EF4-FFF2-40B4-BE49-F238E27FC236}">
                    <a16:creationId xmlns:a16="http://schemas.microsoft.com/office/drawing/2014/main" id="{7D972CC0-9C17-2F29-2C93-9D2C31A351E5}"/>
                  </a:ext>
                </a:extLst>
              </p:cNvPr>
              <p:cNvSpPr/>
              <p:nvPr/>
            </p:nvSpPr>
            <p:spPr>
              <a:xfrm>
                <a:off x="4628464" y="376576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9" name="Freeform: Shape 648">
                <a:extLst>
                  <a:ext uri="{FF2B5EF4-FFF2-40B4-BE49-F238E27FC236}">
                    <a16:creationId xmlns:a16="http://schemas.microsoft.com/office/drawing/2014/main" id="{59F3A8B7-6FC7-274A-1AD7-29C69DB7E1B1}"/>
                  </a:ext>
                </a:extLst>
              </p:cNvPr>
              <p:cNvSpPr/>
              <p:nvPr/>
            </p:nvSpPr>
            <p:spPr>
              <a:xfrm>
                <a:off x="4506746" y="392516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0" name="Freeform: Shape 649">
                <a:extLst>
                  <a:ext uri="{FF2B5EF4-FFF2-40B4-BE49-F238E27FC236}">
                    <a16:creationId xmlns:a16="http://schemas.microsoft.com/office/drawing/2014/main" id="{C12299D3-4F23-960F-4581-02E8BDB9FE67}"/>
                  </a:ext>
                </a:extLst>
              </p:cNvPr>
              <p:cNvSpPr/>
              <p:nvPr/>
            </p:nvSpPr>
            <p:spPr>
              <a:xfrm>
                <a:off x="4371799" y="4073443"/>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1" name="Freeform: Shape 650">
                <a:extLst>
                  <a:ext uri="{FF2B5EF4-FFF2-40B4-BE49-F238E27FC236}">
                    <a16:creationId xmlns:a16="http://schemas.microsoft.com/office/drawing/2014/main" id="{2A048A84-A996-7060-3C12-CAF3ADACA86E}"/>
                  </a:ext>
                </a:extLst>
              </p:cNvPr>
              <p:cNvSpPr/>
              <p:nvPr/>
            </p:nvSpPr>
            <p:spPr>
              <a:xfrm>
                <a:off x="4224363" y="420923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2" name="Freeform: Shape 651">
                <a:extLst>
                  <a:ext uri="{FF2B5EF4-FFF2-40B4-BE49-F238E27FC236}">
                    <a16:creationId xmlns:a16="http://schemas.microsoft.com/office/drawing/2014/main" id="{2E28D627-F4E5-9B67-3E3E-517CC972CD18}"/>
                  </a:ext>
                </a:extLst>
              </p:cNvPr>
              <p:cNvSpPr/>
              <p:nvPr/>
            </p:nvSpPr>
            <p:spPr>
              <a:xfrm>
                <a:off x="4065601" y="433180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3" name="Freeform: Shape 652">
                <a:extLst>
                  <a:ext uri="{FF2B5EF4-FFF2-40B4-BE49-F238E27FC236}">
                    <a16:creationId xmlns:a16="http://schemas.microsoft.com/office/drawing/2014/main" id="{6898C4E1-DA55-C5A2-8691-46B2E1037325}"/>
                  </a:ext>
                </a:extLst>
              </p:cNvPr>
              <p:cNvSpPr/>
              <p:nvPr/>
            </p:nvSpPr>
            <p:spPr>
              <a:xfrm>
                <a:off x="3896891" y="444007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4" name="Freeform: Shape 653">
                <a:extLst>
                  <a:ext uri="{FF2B5EF4-FFF2-40B4-BE49-F238E27FC236}">
                    <a16:creationId xmlns:a16="http://schemas.microsoft.com/office/drawing/2014/main" id="{B38A5E4B-7F19-6240-5845-B0DF54EABA23}"/>
                  </a:ext>
                </a:extLst>
              </p:cNvPr>
              <p:cNvSpPr/>
              <p:nvPr/>
            </p:nvSpPr>
            <p:spPr>
              <a:xfrm>
                <a:off x="3719289" y="453311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5" name="Freeform: Shape 654">
                <a:extLst>
                  <a:ext uri="{FF2B5EF4-FFF2-40B4-BE49-F238E27FC236}">
                    <a16:creationId xmlns:a16="http://schemas.microsoft.com/office/drawing/2014/main" id="{D446C7B4-8E5F-2E2B-04CB-3D38DA3BEBDD}"/>
                  </a:ext>
                </a:extLst>
              </p:cNvPr>
              <p:cNvSpPr/>
              <p:nvPr/>
            </p:nvSpPr>
            <p:spPr>
              <a:xfrm>
                <a:off x="3534279" y="461048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6" name="Freeform: Shape 655">
                <a:extLst>
                  <a:ext uri="{FF2B5EF4-FFF2-40B4-BE49-F238E27FC236}">
                    <a16:creationId xmlns:a16="http://schemas.microsoft.com/office/drawing/2014/main" id="{C9DF53A8-B157-D52E-60F6-1EEBB842B891}"/>
                  </a:ext>
                </a:extLst>
              </p:cNvPr>
              <p:cNvSpPr/>
              <p:nvPr/>
            </p:nvSpPr>
            <p:spPr>
              <a:xfrm>
                <a:off x="3343236" y="4671339"/>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7" name="Freeform: Shape 656">
                <a:extLst>
                  <a:ext uri="{FF2B5EF4-FFF2-40B4-BE49-F238E27FC236}">
                    <a16:creationId xmlns:a16="http://schemas.microsoft.com/office/drawing/2014/main" id="{913695B6-FA30-5E4C-AFF4-3171D5174257}"/>
                  </a:ext>
                </a:extLst>
              </p:cNvPr>
              <p:cNvSpPr/>
              <p:nvPr/>
            </p:nvSpPr>
            <p:spPr>
              <a:xfrm>
                <a:off x="3147642" y="471536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8" name="Freeform: Shape 657">
                <a:extLst>
                  <a:ext uri="{FF2B5EF4-FFF2-40B4-BE49-F238E27FC236}">
                    <a16:creationId xmlns:a16="http://schemas.microsoft.com/office/drawing/2014/main" id="{45A0909A-92B2-E556-0520-65D78CE85F94}"/>
                  </a:ext>
                </a:extLst>
              </p:cNvPr>
              <p:cNvSpPr/>
              <p:nvPr/>
            </p:nvSpPr>
            <p:spPr>
              <a:xfrm>
                <a:off x="2948979" y="474225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9" name="Freeform: Shape 658">
                <a:extLst>
                  <a:ext uri="{FF2B5EF4-FFF2-40B4-BE49-F238E27FC236}">
                    <a16:creationId xmlns:a16="http://schemas.microsoft.com/office/drawing/2014/main" id="{14DB1244-CBB4-8835-3C30-EEECB12DD222}"/>
                  </a:ext>
                </a:extLst>
              </p:cNvPr>
              <p:cNvSpPr/>
              <p:nvPr/>
            </p:nvSpPr>
            <p:spPr>
              <a:xfrm>
                <a:off x="2748728" y="475167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0" name="Freeform: Shape 659">
                <a:extLst>
                  <a:ext uri="{FF2B5EF4-FFF2-40B4-BE49-F238E27FC236}">
                    <a16:creationId xmlns:a16="http://schemas.microsoft.com/office/drawing/2014/main" id="{61EDF02F-A621-5752-AB71-12D959DBCEA7}"/>
                  </a:ext>
                </a:extLst>
              </p:cNvPr>
              <p:cNvSpPr/>
              <p:nvPr/>
            </p:nvSpPr>
            <p:spPr>
              <a:xfrm>
                <a:off x="2548371" y="474352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1" name="Freeform: Shape 660">
                <a:extLst>
                  <a:ext uri="{FF2B5EF4-FFF2-40B4-BE49-F238E27FC236}">
                    <a16:creationId xmlns:a16="http://schemas.microsoft.com/office/drawing/2014/main" id="{DF00338E-DA6D-A5E0-EC6D-32681145EADA}"/>
                  </a:ext>
                </a:extLst>
              </p:cNvPr>
              <p:cNvSpPr/>
              <p:nvPr/>
            </p:nvSpPr>
            <p:spPr>
              <a:xfrm>
                <a:off x="2349495" y="4718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2" name="Freeform: Shape 661">
                <a:extLst>
                  <a:ext uri="{FF2B5EF4-FFF2-40B4-BE49-F238E27FC236}">
                    <a16:creationId xmlns:a16="http://schemas.microsoft.com/office/drawing/2014/main" id="{22A8851B-2681-21F5-E4B1-A22C3E53D502}"/>
                  </a:ext>
                </a:extLst>
              </p:cNvPr>
              <p:cNvSpPr/>
              <p:nvPr/>
            </p:nvSpPr>
            <p:spPr>
              <a:xfrm>
                <a:off x="2153584" y="4675361"/>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3" name="Freeform: Shape 662">
                <a:extLst>
                  <a:ext uri="{FF2B5EF4-FFF2-40B4-BE49-F238E27FC236}">
                    <a16:creationId xmlns:a16="http://schemas.microsoft.com/office/drawing/2014/main" id="{7965896D-AD0F-5171-39BE-2CD29B8579B4}"/>
                  </a:ext>
                </a:extLst>
              </p:cNvPr>
              <p:cNvSpPr/>
              <p:nvPr/>
            </p:nvSpPr>
            <p:spPr>
              <a:xfrm>
                <a:off x="1962223" y="4615772"/>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4" name="Freeform: Shape 663">
                <a:extLst>
                  <a:ext uri="{FF2B5EF4-FFF2-40B4-BE49-F238E27FC236}">
                    <a16:creationId xmlns:a16="http://schemas.microsoft.com/office/drawing/2014/main" id="{E6562CF8-77D1-B7CE-397D-5FCB0593AAF1}"/>
                  </a:ext>
                </a:extLst>
              </p:cNvPr>
              <p:cNvSpPr/>
              <p:nvPr/>
            </p:nvSpPr>
            <p:spPr>
              <a:xfrm>
                <a:off x="1776684" y="4539778"/>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5" name="Freeform: Shape 664">
                <a:extLst>
                  <a:ext uri="{FF2B5EF4-FFF2-40B4-BE49-F238E27FC236}">
                    <a16:creationId xmlns:a16="http://schemas.microsoft.com/office/drawing/2014/main" id="{F4388A31-3EB7-B495-B57A-C0802D10B9C7}"/>
                  </a:ext>
                </a:extLst>
              </p:cNvPr>
              <p:cNvSpPr/>
              <p:nvPr/>
            </p:nvSpPr>
            <p:spPr>
              <a:xfrm>
                <a:off x="1598448" y="4447803"/>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6" name="Freeform: Shape 665">
                <a:extLst>
                  <a:ext uri="{FF2B5EF4-FFF2-40B4-BE49-F238E27FC236}">
                    <a16:creationId xmlns:a16="http://schemas.microsoft.com/office/drawing/2014/main" id="{511F1475-58EB-4C3B-8B51-043148B9FADD}"/>
                  </a:ext>
                </a:extLst>
              </p:cNvPr>
              <p:cNvSpPr/>
              <p:nvPr/>
            </p:nvSpPr>
            <p:spPr>
              <a:xfrm>
                <a:off x="1428996" y="4340797"/>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7" name="Freeform: Shape 666">
                <a:extLst>
                  <a:ext uri="{FF2B5EF4-FFF2-40B4-BE49-F238E27FC236}">
                    <a16:creationId xmlns:a16="http://schemas.microsoft.com/office/drawing/2014/main" id="{DCD07AD3-699B-1B22-F991-86389CEDE266}"/>
                  </a:ext>
                </a:extLst>
              </p:cNvPr>
              <p:cNvSpPr/>
              <p:nvPr/>
            </p:nvSpPr>
            <p:spPr>
              <a:xfrm>
                <a:off x="1269494" y="4219292"/>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8" name="Freeform: Shape 667">
                <a:extLst>
                  <a:ext uri="{FF2B5EF4-FFF2-40B4-BE49-F238E27FC236}">
                    <a16:creationId xmlns:a16="http://schemas.microsoft.com/office/drawing/2014/main" id="{DB15D239-F2B7-63D0-08E0-1C0EC5BA50B1}"/>
                  </a:ext>
                </a:extLst>
              </p:cNvPr>
              <p:cNvSpPr/>
              <p:nvPr/>
            </p:nvSpPr>
            <p:spPr>
              <a:xfrm>
                <a:off x="1121105" y="408445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9" name="Freeform: Shape 668">
                <a:extLst>
                  <a:ext uri="{FF2B5EF4-FFF2-40B4-BE49-F238E27FC236}">
                    <a16:creationId xmlns:a16="http://schemas.microsoft.com/office/drawing/2014/main" id="{973F6041-D346-B120-110B-FF66589CECAF}"/>
                  </a:ext>
                </a:extLst>
              </p:cNvPr>
              <p:cNvSpPr/>
              <p:nvPr/>
            </p:nvSpPr>
            <p:spPr>
              <a:xfrm>
                <a:off x="985099" y="393712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90"/>
                      <a:pt x="60789" y="78323"/>
                      <a:pt x="39161" y="78323"/>
                    </a:cubicBezTo>
                    <a:cubicBezTo>
                      <a:pt x="17533" y="78323"/>
                      <a:pt x="0" y="60790"/>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0" name="Freeform: Shape 669">
                <a:extLst>
                  <a:ext uri="{FF2B5EF4-FFF2-40B4-BE49-F238E27FC236}">
                    <a16:creationId xmlns:a16="http://schemas.microsoft.com/office/drawing/2014/main" id="{4D799A9B-E91C-60EC-3F89-78B5885A26E2}"/>
                  </a:ext>
                </a:extLst>
              </p:cNvPr>
              <p:cNvSpPr/>
              <p:nvPr/>
            </p:nvSpPr>
            <p:spPr>
              <a:xfrm>
                <a:off x="862324" y="3778570"/>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1" name="Freeform: Shape 670">
                <a:extLst>
                  <a:ext uri="{FF2B5EF4-FFF2-40B4-BE49-F238E27FC236}">
                    <a16:creationId xmlns:a16="http://schemas.microsoft.com/office/drawing/2014/main" id="{69872354-5FAD-DEA7-49F3-D4D976439977}"/>
                  </a:ext>
                </a:extLst>
              </p:cNvPr>
              <p:cNvSpPr/>
              <p:nvPr/>
            </p:nvSpPr>
            <p:spPr>
              <a:xfrm>
                <a:off x="753942" y="3609965"/>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2" name="Freeform: Shape 671">
                <a:extLst>
                  <a:ext uri="{FF2B5EF4-FFF2-40B4-BE49-F238E27FC236}">
                    <a16:creationId xmlns:a16="http://schemas.microsoft.com/office/drawing/2014/main" id="{B41FF6AD-45DD-8883-1123-AF6A960B56C4}"/>
                  </a:ext>
                </a:extLst>
              </p:cNvPr>
              <p:cNvSpPr/>
              <p:nvPr/>
            </p:nvSpPr>
            <p:spPr>
              <a:xfrm>
                <a:off x="660591" y="3432470"/>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3" name="Freeform: Shape 672">
                <a:extLst>
                  <a:ext uri="{FF2B5EF4-FFF2-40B4-BE49-F238E27FC236}">
                    <a16:creationId xmlns:a16="http://schemas.microsoft.com/office/drawing/2014/main" id="{62862CEE-5482-1488-0BAF-97887DF3B0A7}"/>
                  </a:ext>
                </a:extLst>
              </p:cNvPr>
              <p:cNvSpPr/>
              <p:nvPr/>
            </p:nvSpPr>
            <p:spPr>
              <a:xfrm>
                <a:off x="583115" y="3247566"/>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4" name="Freeform: Shape 673">
                <a:extLst>
                  <a:ext uri="{FF2B5EF4-FFF2-40B4-BE49-F238E27FC236}">
                    <a16:creationId xmlns:a16="http://schemas.microsoft.com/office/drawing/2014/main" id="{2E5572C8-72F5-C7DF-449C-771642256E6F}"/>
                  </a:ext>
                </a:extLst>
              </p:cNvPr>
              <p:cNvSpPr/>
              <p:nvPr/>
            </p:nvSpPr>
            <p:spPr>
              <a:xfrm>
                <a:off x="521939" y="3056629"/>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5" name="Freeform: Shape 674">
                <a:extLst>
                  <a:ext uri="{FF2B5EF4-FFF2-40B4-BE49-F238E27FC236}">
                    <a16:creationId xmlns:a16="http://schemas.microsoft.com/office/drawing/2014/main" id="{AE80ACA8-83B9-1B8A-3999-9E74673C81E7}"/>
                  </a:ext>
                </a:extLst>
              </p:cNvPr>
              <p:cNvSpPr/>
              <p:nvPr/>
            </p:nvSpPr>
            <p:spPr>
              <a:xfrm>
                <a:off x="477697" y="2861034"/>
                <a:ext cx="78322" cy="78322"/>
              </a:xfrm>
              <a:custGeom>
                <a:avLst/>
                <a:gdLst>
                  <a:gd name="connsiteX0" fmla="*/ 78322 w 78322"/>
                  <a:gd name="connsiteY0" fmla="*/ 39161 h 78322"/>
                  <a:gd name="connsiteX1" fmla="*/ 39161 w 78322"/>
                  <a:gd name="connsiteY1" fmla="*/ 78323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3"/>
                      <a:pt x="39161" y="78323"/>
                    </a:cubicBezTo>
                    <a:cubicBezTo>
                      <a:pt x="17533" y="78323"/>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6" name="Freeform: Shape 675">
                <a:extLst>
                  <a:ext uri="{FF2B5EF4-FFF2-40B4-BE49-F238E27FC236}">
                    <a16:creationId xmlns:a16="http://schemas.microsoft.com/office/drawing/2014/main" id="{96BD16A8-4B94-582C-D450-755492520706}"/>
                  </a:ext>
                </a:extLst>
              </p:cNvPr>
              <p:cNvSpPr/>
              <p:nvPr/>
            </p:nvSpPr>
            <p:spPr>
              <a:xfrm>
                <a:off x="450708" y="2662371"/>
                <a:ext cx="78322" cy="78322"/>
              </a:xfrm>
              <a:custGeom>
                <a:avLst/>
                <a:gdLst>
                  <a:gd name="connsiteX0" fmla="*/ 78322 w 78322"/>
                  <a:gd name="connsiteY0" fmla="*/ 39161 h 78322"/>
                  <a:gd name="connsiteX1" fmla="*/ 39161 w 78322"/>
                  <a:gd name="connsiteY1" fmla="*/ 78322 h 78322"/>
                  <a:gd name="connsiteX2" fmla="*/ 0 w 78322"/>
                  <a:gd name="connsiteY2" fmla="*/ 39161 h 78322"/>
                  <a:gd name="connsiteX3" fmla="*/ 39161 w 78322"/>
                  <a:gd name="connsiteY3" fmla="*/ 0 h 78322"/>
                  <a:gd name="connsiteX4" fmla="*/ 78322 w 78322"/>
                  <a:gd name="connsiteY4" fmla="*/ 39161 h 78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22" h="78322">
                    <a:moveTo>
                      <a:pt x="78322" y="39161"/>
                    </a:moveTo>
                    <a:cubicBezTo>
                      <a:pt x="78322" y="60789"/>
                      <a:pt x="60789" y="78322"/>
                      <a:pt x="39161" y="78322"/>
                    </a:cubicBezTo>
                    <a:cubicBezTo>
                      <a:pt x="17533" y="78322"/>
                      <a:pt x="0" y="60789"/>
                      <a:pt x="0" y="39161"/>
                    </a:cubicBezTo>
                    <a:cubicBezTo>
                      <a:pt x="0" y="17533"/>
                      <a:pt x="17533" y="0"/>
                      <a:pt x="39161" y="0"/>
                    </a:cubicBezTo>
                    <a:cubicBezTo>
                      <a:pt x="60789" y="0"/>
                      <a:pt x="78322" y="17533"/>
                      <a:pt x="78322" y="3916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19" name="Graphic 9">
              <a:extLst>
                <a:ext uri="{FF2B5EF4-FFF2-40B4-BE49-F238E27FC236}">
                  <a16:creationId xmlns:a16="http://schemas.microsoft.com/office/drawing/2014/main" id="{49770A00-A9FF-E017-264D-B17B25B02526}"/>
                </a:ext>
              </a:extLst>
            </p:cNvPr>
            <p:cNvGrpSpPr/>
            <p:nvPr/>
          </p:nvGrpSpPr>
          <p:grpSpPr>
            <a:xfrm>
              <a:off x="282094" y="280978"/>
              <a:ext cx="4663810" cy="4663810"/>
              <a:chOff x="991344" y="702196"/>
              <a:chExt cx="3577425" cy="3577425"/>
            </a:xfrm>
            <a:solidFill>
              <a:schemeClr val="accent1">
                <a:lumMod val="20000"/>
                <a:lumOff val="80000"/>
                <a:alpha val="50000"/>
              </a:schemeClr>
            </a:solidFill>
          </p:grpSpPr>
          <p:sp>
            <p:nvSpPr>
              <p:cNvPr id="533" name="Freeform: Shape 532">
                <a:extLst>
                  <a:ext uri="{FF2B5EF4-FFF2-40B4-BE49-F238E27FC236}">
                    <a16:creationId xmlns:a16="http://schemas.microsoft.com/office/drawing/2014/main" id="{D4E51D3E-68AE-882C-D21F-AADE94A64BE7}"/>
                  </a:ext>
                </a:extLst>
              </p:cNvPr>
              <p:cNvSpPr/>
              <p:nvPr/>
            </p:nvSpPr>
            <p:spPr>
              <a:xfrm>
                <a:off x="991344" y="24609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4" name="Freeform: Shape 533">
                <a:extLst>
                  <a:ext uri="{FF2B5EF4-FFF2-40B4-BE49-F238E27FC236}">
                    <a16:creationId xmlns:a16="http://schemas.microsoft.com/office/drawing/2014/main" id="{C104560B-AA0D-A35C-7E82-15EBFBAC1374}"/>
                  </a:ext>
                </a:extLst>
              </p:cNvPr>
              <p:cNvSpPr/>
              <p:nvPr/>
            </p:nvSpPr>
            <p:spPr>
              <a:xfrm>
                <a:off x="998012" y="230780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5" name="Freeform: Shape 534">
                <a:extLst>
                  <a:ext uri="{FF2B5EF4-FFF2-40B4-BE49-F238E27FC236}">
                    <a16:creationId xmlns:a16="http://schemas.microsoft.com/office/drawing/2014/main" id="{7206E368-C43D-8E86-2894-5B1593DB96BE}"/>
                  </a:ext>
                </a:extLst>
              </p:cNvPr>
              <p:cNvSpPr/>
              <p:nvPr/>
            </p:nvSpPr>
            <p:spPr>
              <a:xfrm>
                <a:off x="1018016" y="215581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6" name="Freeform: Shape 535">
                <a:extLst>
                  <a:ext uri="{FF2B5EF4-FFF2-40B4-BE49-F238E27FC236}">
                    <a16:creationId xmlns:a16="http://schemas.microsoft.com/office/drawing/2014/main" id="{5310D4E4-118A-267C-C653-AF50DF171185}"/>
                  </a:ext>
                </a:extLst>
              </p:cNvPr>
              <p:cNvSpPr/>
              <p:nvPr/>
            </p:nvSpPr>
            <p:spPr>
              <a:xfrm>
                <a:off x="1051250" y="20060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7" name="Freeform: Shape 536">
                <a:extLst>
                  <a:ext uri="{FF2B5EF4-FFF2-40B4-BE49-F238E27FC236}">
                    <a16:creationId xmlns:a16="http://schemas.microsoft.com/office/drawing/2014/main" id="{4B05B3AE-F422-834D-B41F-66AAA4A13B25}"/>
                  </a:ext>
                </a:extLst>
              </p:cNvPr>
              <p:cNvSpPr/>
              <p:nvPr/>
            </p:nvSpPr>
            <p:spPr>
              <a:xfrm>
                <a:off x="1097291" y="18598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8" name="Freeform: Shape 537">
                <a:extLst>
                  <a:ext uri="{FF2B5EF4-FFF2-40B4-BE49-F238E27FC236}">
                    <a16:creationId xmlns:a16="http://schemas.microsoft.com/office/drawing/2014/main" id="{A3A2E883-0A0E-DE04-10CC-12F50E27A563}"/>
                  </a:ext>
                </a:extLst>
              </p:cNvPr>
              <p:cNvSpPr/>
              <p:nvPr/>
            </p:nvSpPr>
            <p:spPr>
              <a:xfrm>
                <a:off x="1155927" y="171816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9" name="Freeform: Shape 538">
                <a:extLst>
                  <a:ext uri="{FF2B5EF4-FFF2-40B4-BE49-F238E27FC236}">
                    <a16:creationId xmlns:a16="http://schemas.microsoft.com/office/drawing/2014/main" id="{B64FA1D1-A7D5-9D79-F15C-E17464144BB6}"/>
                  </a:ext>
                </a:extLst>
              </p:cNvPr>
              <p:cNvSpPr/>
              <p:nvPr/>
            </p:nvSpPr>
            <p:spPr>
              <a:xfrm>
                <a:off x="1226628" y="15821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0" name="Freeform: Shape 539">
                <a:extLst>
                  <a:ext uri="{FF2B5EF4-FFF2-40B4-BE49-F238E27FC236}">
                    <a16:creationId xmlns:a16="http://schemas.microsoft.com/office/drawing/2014/main" id="{687BB43B-9B03-18E1-EF2A-CF0A9690DE1C}"/>
                  </a:ext>
                </a:extLst>
              </p:cNvPr>
              <p:cNvSpPr/>
              <p:nvPr/>
            </p:nvSpPr>
            <p:spPr>
              <a:xfrm>
                <a:off x="1308973" y="145282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1" name="Freeform: Shape 540">
                <a:extLst>
                  <a:ext uri="{FF2B5EF4-FFF2-40B4-BE49-F238E27FC236}">
                    <a16:creationId xmlns:a16="http://schemas.microsoft.com/office/drawing/2014/main" id="{D4A71931-7655-4B2D-101D-1C8C9B786069}"/>
                  </a:ext>
                </a:extLst>
              </p:cNvPr>
              <p:cNvSpPr/>
              <p:nvPr/>
            </p:nvSpPr>
            <p:spPr>
              <a:xfrm>
                <a:off x="1402219" y="133110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2" name="Freeform: Shape 541">
                <a:extLst>
                  <a:ext uri="{FF2B5EF4-FFF2-40B4-BE49-F238E27FC236}">
                    <a16:creationId xmlns:a16="http://schemas.microsoft.com/office/drawing/2014/main" id="{593BA670-644A-2C7A-AF70-BB50AEEB181C}"/>
                  </a:ext>
                </a:extLst>
              </p:cNvPr>
              <p:cNvSpPr/>
              <p:nvPr/>
            </p:nvSpPr>
            <p:spPr>
              <a:xfrm>
                <a:off x="1505837" y="12180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3" name="Freeform: Shape 542">
                <a:extLst>
                  <a:ext uri="{FF2B5EF4-FFF2-40B4-BE49-F238E27FC236}">
                    <a16:creationId xmlns:a16="http://schemas.microsoft.com/office/drawing/2014/main" id="{79BC0356-1E1A-AB72-C704-93063C48D2DD}"/>
                  </a:ext>
                </a:extLst>
              </p:cNvPr>
              <p:cNvSpPr/>
              <p:nvPr/>
            </p:nvSpPr>
            <p:spPr>
              <a:xfrm>
                <a:off x="1618769" y="111444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4" name="Freeform: Shape 543">
                <a:extLst>
                  <a:ext uri="{FF2B5EF4-FFF2-40B4-BE49-F238E27FC236}">
                    <a16:creationId xmlns:a16="http://schemas.microsoft.com/office/drawing/2014/main" id="{823B11B3-EAA3-91B6-530D-A2B7E80C5DAA}"/>
                  </a:ext>
                </a:extLst>
              </p:cNvPr>
              <p:cNvSpPr/>
              <p:nvPr/>
            </p:nvSpPr>
            <p:spPr>
              <a:xfrm>
                <a:off x="1740380" y="102098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5" name="Freeform: Shape 544">
                <a:extLst>
                  <a:ext uri="{FF2B5EF4-FFF2-40B4-BE49-F238E27FC236}">
                    <a16:creationId xmlns:a16="http://schemas.microsoft.com/office/drawing/2014/main" id="{A11C7965-1FA9-6E96-6CA5-CD35937FFA8A}"/>
                  </a:ext>
                </a:extLst>
              </p:cNvPr>
              <p:cNvSpPr/>
              <p:nvPr/>
            </p:nvSpPr>
            <p:spPr>
              <a:xfrm>
                <a:off x="1869612" y="938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6" name="Freeform: Shape 545">
                <a:extLst>
                  <a:ext uri="{FF2B5EF4-FFF2-40B4-BE49-F238E27FC236}">
                    <a16:creationId xmlns:a16="http://schemas.microsoft.com/office/drawing/2014/main" id="{962D83DC-AE54-BBB0-BD48-E37C2F6F87F9}"/>
                  </a:ext>
                </a:extLst>
              </p:cNvPr>
              <p:cNvSpPr/>
              <p:nvPr/>
            </p:nvSpPr>
            <p:spPr>
              <a:xfrm>
                <a:off x="2005512" y="8676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7" name="Freeform: Shape 546">
                <a:extLst>
                  <a:ext uri="{FF2B5EF4-FFF2-40B4-BE49-F238E27FC236}">
                    <a16:creationId xmlns:a16="http://schemas.microsoft.com/office/drawing/2014/main" id="{90EFA0B9-CB38-FA45-AA69-9A3B3055D64F}"/>
                  </a:ext>
                </a:extLst>
              </p:cNvPr>
              <p:cNvSpPr/>
              <p:nvPr/>
            </p:nvSpPr>
            <p:spPr>
              <a:xfrm>
                <a:off x="2147127" y="80877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8" name="Freeform: Shape 547">
                <a:extLst>
                  <a:ext uri="{FF2B5EF4-FFF2-40B4-BE49-F238E27FC236}">
                    <a16:creationId xmlns:a16="http://schemas.microsoft.com/office/drawing/2014/main" id="{42BE22E1-9042-E345-4B84-9B27E85A6FBA}"/>
                  </a:ext>
                </a:extLst>
              </p:cNvPr>
              <p:cNvSpPr/>
              <p:nvPr/>
            </p:nvSpPr>
            <p:spPr>
              <a:xfrm>
                <a:off x="2293294" y="76252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9" name="Freeform: Shape 548">
                <a:extLst>
                  <a:ext uri="{FF2B5EF4-FFF2-40B4-BE49-F238E27FC236}">
                    <a16:creationId xmlns:a16="http://schemas.microsoft.com/office/drawing/2014/main" id="{7672D057-0020-BEE2-37BD-9B3A6318B3BC}"/>
                  </a:ext>
                </a:extLst>
              </p:cNvPr>
              <p:cNvSpPr/>
              <p:nvPr/>
            </p:nvSpPr>
            <p:spPr>
              <a:xfrm>
                <a:off x="2442953" y="7292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0" name="Freeform: Shape 549">
                <a:extLst>
                  <a:ext uri="{FF2B5EF4-FFF2-40B4-BE49-F238E27FC236}">
                    <a16:creationId xmlns:a16="http://schemas.microsoft.com/office/drawing/2014/main" id="{B2E18497-E661-F8AB-8D25-115A9A1286E3}"/>
                  </a:ext>
                </a:extLst>
              </p:cNvPr>
              <p:cNvSpPr/>
              <p:nvPr/>
            </p:nvSpPr>
            <p:spPr>
              <a:xfrm>
                <a:off x="2594941" y="70907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1" name="Freeform: Shape 550">
                <a:extLst>
                  <a:ext uri="{FF2B5EF4-FFF2-40B4-BE49-F238E27FC236}">
                    <a16:creationId xmlns:a16="http://schemas.microsoft.com/office/drawing/2014/main" id="{B02D3DD8-76BE-9BD7-FD6A-68C0B2DD819F}"/>
                  </a:ext>
                </a:extLst>
              </p:cNvPr>
              <p:cNvSpPr/>
              <p:nvPr/>
            </p:nvSpPr>
            <p:spPr>
              <a:xfrm>
                <a:off x="2748093" y="7021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2" name="Freeform: Shape 551">
                <a:extLst>
                  <a:ext uri="{FF2B5EF4-FFF2-40B4-BE49-F238E27FC236}">
                    <a16:creationId xmlns:a16="http://schemas.microsoft.com/office/drawing/2014/main" id="{C35888C6-FDD8-8588-1745-254B714A7F35}"/>
                  </a:ext>
                </a:extLst>
              </p:cNvPr>
              <p:cNvSpPr/>
              <p:nvPr/>
            </p:nvSpPr>
            <p:spPr>
              <a:xfrm>
                <a:off x="2901350" y="70875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3" name="Freeform: Shape 552">
                <a:extLst>
                  <a:ext uri="{FF2B5EF4-FFF2-40B4-BE49-F238E27FC236}">
                    <a16:creationId xmlns:a16="http://schemas.microsoft.com/office/drawing/2014/main" id="{6CD23D2C-E693-E356-C21B-A5156B80E846}"/>
                  </a:ext>
                </a:extLst>
              </p:cNvPr>
              <p:cNvSpPr/>
              <p:nvPr/>
            </p:nvSpPr>
            <p:spPr>
              <a:xfrm>
                <a:off x="3053338" y="72855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4" name="Freeform: Shape 553">
                <a:extLst>
                  <a:ext uri="{FF2B5EF4-FFF2-40B4-BE49-F238E27FC236}">
                    <a16:creationId xmlns:a16="http://schemas.microsoft.com/office/drawing/2014/main" id="{FCF23E0A-3C88-037D-EAA6-BB06A5E950DB}"/>
                  </a:ext>
                </a:extLst>
              </p:cNvPr>
              <p:cNvSpPr/>
              <p:nvPr/>
            </p:nvSpPr>
            <p:spPr>
              <a:xfrm>
                <a:off x="3203103" y="7615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5" name="Freeform: Shape 554">
                <a:extLst>
                  <a:ext uri="{FF2B5EF4-FFF2-40B4-BE49-F238E27FC236}">
                    <a16:creationId xmlns:a16="http://schemas.microsoft.com/office/drawing/2014/main" id="{887D074C-0E8C-E746-9B74-E88DAD2B0F5B}"/>
                  </a:ext>
                </a:extLst>
              </p:cNvPr>
              <p:cNvSpPr/>
              <p:nvPr/>
            </p:nvSpPr>
            <p:spPr>
              <a:xfrm>
                <a:off x="3349375" y="80740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6" name="Freeform: Shape 555">
                <a:extLst>
                  <a:ext uri="{FF2B5EF4-FFF2-40B4-BE49-F238E27FC236}">
                    <a16:creationId xmlns:a16="http://schemas.microsoft.com/office/drawing/2014/main" id="{C4ABEB07-7877-1205-5EAB-E74BBEA9345C}"/>
                  </a:ext>
                </a:extLst>
              </p:cNvPr>
              <p:cNvSpPr/>
              <p:nvPr/>
            </p:nvSpPr>
            <p:spPr>
              <a:xfrm>
                <a:off x="3491096" y="86593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7" name="Freeform: Shape 556">
                <a:extLst>
                  <a:ext uri="{FF2B5EF4-FFF2-40B4-BE49-F238E27FC236}">
                    <a16:creationId xmlns:a16="http://schemas.microsoft.com/office/drawing/2014/main" id="{F7982077-8B6E-449A-CBAD-87186D5B0963}"/>
                  </a:ext>
                </a:extLst>
              </p:cNvPr>
              <p:cNvSpPr/>
              <p:nvPr/>
            </p:nvSpPr>
            <p:spPr>
              <a:xfrm>
                <a:off x="3627208" y="93652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8" name="Freeform: Shape 557">
                <a:extLst>
                  <a:ext uri="{FF2B5EF4-FFF2-40B4-BE49-F238E27FC236}">
                    <a16:creationId xmlns:a16="http://schemas.microsoft.com/office/drawing/2014/main" id="{1B02B784-74A2-53EF-6A9D-6D17C5DE00BC}"/>
                  </a:ext>
                </a:extLst>
              </p:cNvPr>
              <p:cNvSpPr/>
              <p:nvPr/>
            </p:nvSpPr>
            <p:spPr>
              <a:xfrm>
                <a:off x="3756651" y="10186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9" name="Freeform: Shape 558">
                <a:extLst>
                  <a:ext uri="{FF2B5EF4-FFF2-40B4-BE49-F238E27FC236}">
                    <a16:creationId xmlns:a16="http://schemas.microsoft.com/office/drawing/2014/main" id="{23C3C521-CAB7-290B-B96B-03D38A95F25C}"/>
                  </a:ext>
                </a:extLst>
              </p:cNvPr>
              <p:cNvSpPr/>
              <p:nvPr/>
            </p:nvSpPr>
            <p:spPr>
              <a:xfrm>
                <a:off x="3878368" y="111180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0" name="Freeform: Shape 559">
                <a:extLst>
                  <a:ext uri="{FF2B5EF4-FFF2-40B4-BE49-F238E27FC236}">
                    <a16:creationId xmlns:a16="http://schemas.microsoft.com/office/drawing/2014/main" id="{36D32680-68BF-891C-4DAE-42C4EE9F7C35}"/>
                  </a:ext>
                </a:extLst>
              </p:cNvPr>
              <p:cNvSpPr/>
              <p:nvPr/>
            </p:nvSpPr>
            <p:spPr>
              <a:xfrm>
                <a:off x="3991618" y="121520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1" name="Freeform: Shape 560">
                <a:extLst>
                  <a:ext uri="{FF2B5EF4-FFF2-40B4-BE49-F238E27FC236}">
                    <a16:creationId xmlns:a16="http://schemas.microsoft.com/office/drawing/2014/main" id="{18DA0898-D95A-F72B-43CD-F1BCF1B0DC6F}"/>
                  </a:ext>
                </a:extLst>
              </p:cNvPr>
              <p:cNvSpPr/>
              <p:nvPr/>
            </p:nvSpPr>
            <p:spPr>
              <a:xfrm>
                <a:off x="4095342" y="13281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2" name="Freeform: Shape 561">
                <a:extLst>
                  <a:ext uri="{FF2B5EF4-FFF2-40B4-BE49-F238E27FC236}">
                    <a16:creationId xmlns:a16="http://schemas.microsoft.com/office/drawing/2014/main" id="{8FBE14EB-6F1A-B296-B7EB-823FD38232E6}"/>
                  </a:ext>
                </a:extLst>
              </p:cNvPr>
              <p:cNvSpPr/>
              <p:nvPr/>
            </p:nvSpPr>
            <p:spPr>
              <a:xfrm>
                <a:off x="4188906" y="14495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3" name="Freeform: Shape 562">
                <a:extLst>
                  <a:ext uri="{FF2B5EF4-FFF2-40B4-BE49-F238E27FC236}">
                    <a16:creationId xmlns:a16="http://schemas.microsoft.com/office/drawing/2014/main" id="{880FC1DF-B4D5-A707-47AB-D6FE0E741589}"/>
                  </a:ext>
                </a:extLst>
              </p:cNvPr>
              <p:cNvSpPr/>
              <p:nvPr/>
            </p:nvSpPr>
            <p:spPr>
              <a:xfrm>
                <a:off x="4271568" y="157866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4" name="Freeform: Shape 563">
                <a:extLst>
                  <a:ext uri="{FF2B5EF4-FFF2-40B4-BE49-F238E27FC236}">
                    <a16:creationId xmlns:a16="http://schemas.microsoft.com/office/drawing/2014/main" id="{522E2D8E-A670-F9A4-0636-EDDE5147D027}"/>
                  </a:ext>
                </a:extLst>
              </p:cNvPr>
              <p:cNvSpPr/>
              <p:nvPr/>
            </p:nvSpPr>
            <p:spPr>
              <a:xfrm>
                <a:off x="4342587" y="1714565"/>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5" name="Freeform: Shape 564">
                <a:extLst>
                  <a:ext uri="{FF2B5EF4-FFF2-40B4-BE49-F238E27FC236}">
                    <a16:creationId xmlns:a16="http://schemas.microsoft.com/office/drawing/2014/main" id="{27D6F5D2-F598-6CC0-19AB-E00542DC19EF}"/>
                  </a:ext>
                </a:extLst>
              </p:cNvPr>
              <p:cNvSpPr/>
              <p:nvPr/>
            </p:nvSpPr>
            <p:spPr>
              <a:xfrm>
                <a:off x="4401540" y="1856074"/>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1" y="46496"/>
                      <a:pt x="-1" y="29953"/>
                    </a:cubicBezTo>
                    <a:cubicBezTo>
                      <a:pt x="-1" y="13411"/>
                      <a:pt x="13410" y="0"/>
                      <a:pt x="29953" y="0"/>
                    </a:cubicBezTo>
                    <a:cubicBezTo>
                      <a:pt x="46495"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6" name="Freeform: Shape 565">
                <a:extLst>
                  <a:ext uri="{FF2B5EF4-FFF2-40B4-BE49-F238E27FC236}">
                    <a16:creationId xmlns:a16="http://schemas.microsoft.com/office/drawing/2014/main" id="{C34AA701-FABC-D3E3-96A9-126181B6A823}"/>
                  </a:ext>
                </a:extLst>
              </p:cNvPr>
              <p:cNvSpPr/>
              <p:nvPr/>
            </p:nvSpPr>
            <p:spPr>
              <a:xfrm>
                <a:off x="4448005" y="20022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7" name="Freeform: Shape 566">
                <a:extLst>
                  <a:ext uri="{FF2B5EF4-FFF2-40B4-BE49-F238E27FC236}">
                    <a16:creationId xmlns:a16="http://schemas.microsoft.com/office/drawing/2014/main" id="{08940B44-C249-1B69-AAC6-C3AF151B4BA7}"/>
                  </a:ext>
                </a:extLst>
              </p:cNvPr>
              <p:cNvSpPr/>
              <p:nvPr/>
            </p:nvSpPr>
            <p:spPr>
              <a:xfrm>
                <a:off x="4481450" y="2151900"/>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8" name="Freeform: Shape 567">
                <a:extLst>
                  <a:ext uri="{FF2B5EF4-FFF2-40B4-BE49-F238E27FC236}">
                    <a16:creationId xmlns:a16="http://schemas.microsoft.com/office/drawing/2014/main" id="{AF462F48-C512-0C60-E1CE-E39F70554FAE}"/>
                  </a:ext>
                </a:extLst>
              </p:cNvPr>
              <p:cNvSpPr/>
              <p:nvPr/>
            </p:nvSpPr>
            <p:spPr>
              <a:xfrm>
                <a:off x="4501772" y="230378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9" name="Freeform: Shape 568">
                <a:extLst>
                  <a:ext uri="{FF2B5EF4-FFF2-40B4-BE49-F238E27FC236}">
                    <a16:creationId xmlns:a16="http://schemas.microsoft.com/office/drawing/2014/main" id="{A9CBDEEE-E17C-785F-F888-BD5E27C59AD1}"/>
                  </a:ext>
                </a:extLst>
              </p:cNvPr>
              <p:cNvSpPr/>
              <p:nvPr/>
            </p:nvSpPr>
            <p:spPr>
              <a:xfrm>
                <a:off x="4508863" y="245693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0" name="Freeform: Shape 569">
                <a:extLst>
                  <a:ext uri="{FF2B5EF4-FFF2-40B4-BE49-F238E27FC236}">
                    <a16:creationId xmlns:a16="http://schemas.microsoft.com/office/drawing/2014/main" id="{FAFAB3C8-0AAB-116C-9FB8-180E9C31AF76}"/>
                  </a:ext>
                </a:extLst>
              </p:cNvPr>
              <p:cNvSpPr/>
              <p:nvPr/>
            </p:nvSpPr>
            <p:spPr>
              <a:xfrm>
                <a:off x="4502513" y="261019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1" name="Freeform: Shape 570">
                <a:extLst>
                  <a:ext uri="{FF2B5EF4-FFF2-40B4-BE49-F238E27FC236}">
                    <a16:creationId xmlns:a16="http://schemas.microsoft.com/office/drawing/2014/main" id="{46B20519-0A2E-25F9-C450-DD750F49A5FC}"/>
                  </a:ext>
                </a:extLst>
              </p:cNvPr>
              <p:cNvSpPr/>
              <p:nvPr/>
            </p:nvSpPr>
            <p:spPr>
              <a:xfrm>
                <a:off x="4482826" y="276217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2" name="Freeform: Shape 571">
                <a:extLst>
                  <a:ext uri="{FF2B5EF4-FFF2-40B4-BE49-F238E27FC236}">
                    <a16:creationId xmlns:a16="http://schemas.microsoft.com/office/drawing/2014/main" id="{4BFCCB20-2497-0407-4B9E-49D9D67CD5A6}"/>
                  </a:ext>
                </a:extLst>
              </p:cNvPr>
              <p:cNvSpPr/>
              <p:nvPr/>
            </p:nvSpPr>
            <p:spPr>
              <a:xfrm>
                <a:off x="4450016" y="291194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3" name="Freeform: Shape 572">
                <a:extLst>
                  <a:ext uri="{FF2B5EF4-FFF2-40B4-BE49-F238E27FC236}">
                    <a16:creationId xmlns:a16="http://schemas.microsoft.com/office/drawing/2014/main" id="{1705EB78-847C-AB4B-9BD9-A1CDC73494F6}"/>
                  </a:ext>
                </a:extLst>
              </p:cNvPr>
              <p:cNvSpPr/>
              <p:nvPr/>
            </p:nvSpPr>
            <p:spPr>
              <a:xfrm>
                <a:off x="4404292" y="305832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4" name="Freeform: Shape 573">
                <a:extLst>
                  <a:ext uri="{FF2B5EF4-FFF2-40B4-BE49-F238E27FC236}">
                    <a16:creationId xmlns:a16="http://schemas.microsoft.com/office/drawing/2014/main" id="{D750E1DA-CBCF-0227-320E-9235370EA80D}"/>
                  </a:ext>
                </a:extLst>
              </p:cNvPr>
              <p:cNvSpPr/>
              <p:nvPr/>
            </p:nvSpPr>
            <p:spPr>
              <a:xfrm>
                <a:off x="4345974" y="3200149"/>
                <a:ext cx="59905" cy="59905"/>
              </a:xfrm>
              <a:custGeom>
                <a:avLst/>
                <a:gdLst>
                  <a:gd name="connsiteX0" fmla="*/ 59906 w 59905"/>
                  <a:gd name="connsiteY0" fmla="*/ 29953 h 59905"/>
                  <a:gd name="connsiteX1" fmla="*/ 29953 w 59905"/>
                  <a:gd name="connsiteY1" fmla="*/ 59906 h 59905"/>
                  <a:gd name="connsiteX2" fmla="*/ -1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5" y="59906"/>
                      <a:pt x="29953" y="59906"/>
                    </a:cubicBezTo>
                    <a:cubicBezTo>
                      <a:pt x="13410" y="59906"/>
                      <a:pt x="-1" y="46495"/>
                      <a:pt x="-1" y="29953"/>
                    </a:cubicBezTo>
                    <a:cubicBezTo>
                      <a:pt x="-1"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5" name="Freeform: Shape 574">
                <a:extLst>
                  <a:ext uri="{FF2B5EF4-FFF2-40B4-BE49-F238E27FC236}">
                    <a16:creationId xmlns:a16="http://schemas.microsoft.com/office/drawing/2014/main" id="{2CED609C-0A25-B1F4-7E07-9BD5EBCC3EC9}"/>
                  </a:ext>
                </a:extLst>
              </p:cNvPr>
              <p:cNvSpPr/>
              <p:nvPr/>
            </p:nvSpPr>
            <p:spPr>
              <a:xfrm>
                <a:off x="4275590" y="333626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6" name="Freeform: Shape 575">
                <a:extLst>
                  <a:ext uri="{FF2B5EF4-FFF2-40B4-BE49-F238E27FC236}">
                    <a16:creationId xmlns:a16="http://schemas.microsoft.com/office/drawing/2014/main" id="{3583E530-A72C-53DA-FFCE-70A7081CA0A8}"/>
                  </a:ext>
                </a:extLst>
              </p:cNvPr>
              <p:cNvSpPr/>
              <p:nvPr/>
            </p:nvSpPr>
            <p:spPr>
              <a:xfrm>
                <a:off x="4193457" y="3465810"/>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7" name="Freeform: Shape 576">
                <a:extLst>
                  <a:ext uri="{FF2B5EF4-FFF2-40B4-BE49-F238E27FC236}">
                    <a16:creationId xmlns:a16="http://schemas.microsoft.com/office/drawing/2014/main" id="{7A47909A-6AC8-9697-DE3B-8477D37BB1AB}"/>
                  </a:ext>
                </a:extLst>
              </p:cNvPr>
              <p:cNvSpPr/>
              <p:nvPr/>
            </p:nvSpPr>
            <p:spPr>
              <a:xfrm>
                <a:off x="4100529" y="358773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8" name="Freeform: Shape 577">
                <a:extLst>
                  <a:ext uri="{FF2B5EF4-FFF2-40B4-BE49-F238E27FC236}">
                    <a16:creationId xmlns:a16="http://schemas.microsoft.com/office/drawing/2014/main" id="{A0FB4EFA-400D-1DFC-8D69-24078A57579C}"/>
                  </a:ext>
                </a:extLst>
              </p:cNvPr>
              <p:cNvSpPr/>
              <p:nvPr/>
            </p:nvSpPr>
            <p:spPr>
              <a:xfrm>
                <a:off x="3997228" y="37010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9" name="Freeform: Shape 578">
                <a:extLst>
                  <a:ext uri="{FF2B5EF4-FFF2-40B4-BE49-F238E27FC236}">
                    <a16:creationId xmlns:a16="http://schemas.microsoft.com/office/drawing/2014/main" id="{444CF134-5E03-F597-BEC6-686CCFB9A9A2}"/>
                  </a:ext>
                </a:extLst>
              </p:cNvPr>
              <p:cNvSpPr/>
              <p:nvPr/>
            </p:nvSpPr>
            <p:spPr>
              <a:xfrm>
                <a:off x="3884507" y="380492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0" name="Freeform: Shape 579">
                <a:extLst>
                  <a:ext uri="{FF2B5EF4-FFF2-40B4-BE49-F238E27FC236}">
                    <a16:creationId xmlns:a16="http://schemas.microsoft.com/office/drawing/2014/main" id="{93B78870-239F-E28F-E1C1-AE7CEAC91AED}"/>
                  </a:ext>
                </a:extLst>
              </p:cNvPr>
              <p:cNvSpPr/>
              <p:nvPr/>
            </p:nvSpPr>
            <p:spPr>
              <a:xfrm>
                <a:off x="3763108" y="38985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1" name="Freeform: Shape 580">
                <a:extLst>
                  <a:ext uri="{FF2B5EF4-FFF2-40B4-BE49-F238E27FC236}">
                    <a16:creationId xmlns:a16="http://schemas.microsoft.com/office/drawing/2014/main" id="{7C6F6A7B-3370-AEEA-1553-D7184DAA6BFA}"/>
                  </a:ext>
                </a:extLst>
              </p:cNvPr>
              <p:cNvSpPr/>
              <p:nvPr/>
            </p:nvSpPr>
            <p:spPr>
              <a:xfrm>
                <a:off x="3634087" y="398136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2" name="Freeform: Shape 581">
                <a:extLst>
                  <a:ext uri="{FF2B5EF4-FFF2-40B4-BE49-F238E27FC236}">
                    <a16:creationId xmlns:a16="http://schemas.microsoft.com/office/drawing/2014/main" id="{6686917A-AC70-8C2D-0F74-E4E5D8A3D642}"/>
                  </a:ext>
                </a:extLst>
              </p:cNvPr>
              <p:cNvSpPr/>
              <p:nvPr/>
            </p:nvSpPr>
            <p:spPr>
              <a:xfrm>
                <a:off x="3498293" y="4052592"/>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3" name="Freeform: Shape 582">
                <a:extLst>
                  <a:ext uri="{FF2B5EF4-FFF2-40B4-BE49-F238E27FC236}">
                    <a16:creationId xmlns:a16="http://schemas.microsoft.com/office/drawing/2014/main" id="{89D179DF-258E-764D-3988-162066788011}"/>
                  </a:ext>
                </a:extLst>
              </p:cNvPr>
              <p:cNvSpPr/>
              <p:nvPr/>
            </p:nvSpPr>
            <p:spPr>
              <a:xfrm>
                <a:off x="3356784" y="411175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4" name="Freeform: Shape 583">
                <a:extLst>
                  <a:ext uri="{FF2B5EF4-FFF2-40B4-BE49-F238E27FC236}">
                    <a16:creationId xmlns:a16="http://schemas.microsoft.com/office/drawing/2014/main" id="{1D273221-D973-CF50-7276-6DCF5EB62A48}"/>
                  </a:ext>
                </a:extLst>
              </p:cNvPr>
              <p:cNvSpPr/>
              <p:nvPr/>
            </p:nvSpPr>
            <p:spPr>
              <a:xfrm>
                <a:off x="3210723" y="41583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5" name="Freeform: Shape 584">
                <a:extLst>
                  <a:ext uri="{FF2B5EF4-FFF2-40B4-BE49-F238E27FC236}">
                    <a16:creationId xmlns:a16="http://schemas.microsoft.com/office/drawing/2014/main" id="{C033FC3A-B003-E4AF-4286-B6C5DC61FF2D}"/>
                  </a:ext>
                </a:extLst>
              </p:cNvPr>
              <p:cNvSpPr/>
              <p:nvPr/>
            </p:nvSpPr>
            <p:spPr>
              <a:xfrm>
                <a:off x="3061170" y="419198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6" name="Freeform: Shape 585">
                <a:extLst>
                  <a:ext uri="{FF2B5EF4-FFF2-40B4-BE49-F238E27FC236}">
                    <a16:creationId xmlns:a16="http://schemas.microsoft.com/office/drawing/2014/main" id="{9AB3507B-F3EE-F969-8CED-F63788E7271B}"/>
                  </a:ext>
                </a:extLst>
              </p:cNvPr>
              <p:cNvSpPr/>
              <p:nvPr/>
            </p:nvSpPr>
            <p:spPr>
              <a:xfrm>
                <a:off x="2909183" y="4212518"/>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5" y="59906"/>
                      <a:pt x="29953" y="59906"/>
                    </a:cubicBezTo>
                    <a:cubicBezTo>
                      <a:pt x="13410" y="59906"/>
                      <a:pt x="0" y="46496"/>
                      <a:pt x="0" y="29953"/>
                    </a:cubicBezTo>
                    <a:cubicBezTo>
                      <a:pt x="0" y="13410"/>
                      <a:pt x="13410" y="0"/>
                      <a:pt x="29953" y="0"/>
                    </a:cubicBezTo>
                    <a:cubicBezTo>
                      <a:pt x="46495"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7" name="Freeform: Shape 586">
                <a:extLst>
                  <a:ext uri="{FF2B5EF4-FFF2-40B4-BE49-F238E27FC236}">
                    <a16:creationId xmlns:a16="http://schemas.microsoft.com/office/drawing/2014/main" id="{73F84AAD-F284-710F-050E-4876A1C63750}"/>
                  </a:ext>
                </a:extLst>
              </p:cNvPr>
              <p:cNvSpPr/>
              <p:nvPr/>
            </p:nvSpPr>
            <p:spPr>
              <a:xfrm>
                <a:off x="2756031" y="421971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8" name="Freeform: Shape 587">
                <a:extLst>
                  <a:ext uri="{FF2B5EF4-FFF2-40B4-BE49-F238E27FC236}">
                    <a16:creationId xmlns:a16="http://schemas.microsoft.com/office/drawing/2014/main" id="{11C42B73-EAD9-ED99-AE76-9D05219D5D9D}"/>
                  </a:ext>
                </a:extLst>
              </p:cNvPr>
              <p:cNvSpPr/>
              <p:nvPr/>
            </p:nvSpPr>
            <p:spPr>
              <a:xfrm>
                <a:off x="2602879" y="421347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9" name="Freeform: Shape 588">
                <a:extLst>
                  <a:ext uri="{FF2B5EF4-FFF2-40B4-BE49-F238E27FC236}">
                    <a16:creationId xmlns:a16="http://schemas.microsoft.com/office/drawing/2014/main" id="{E1AEB0D6-2B72-5304-8DBD-DBE0DA894EFD}"/>
                  </a:ext>
                </a:extLst>
              </p:cNvPr>
              <p:cNvSpPr/>
              <p:nvPr/>
            </p:nvSpPr>
            <p:spPr>
              <a:xfrm>
                <a:off x="2450785" y="419399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0" name="Freeform: Shape 589">
                <a:extLst>
                  <a:ext uri="{FF2B5EF4-FFF2-40B4-BE49-F238E27FC236}">
                    <a16:creationId xmlns:a16="http://schemas.microsoft.com/office/drawing/2014/main" id="{CBAAC772-05E1-867C-A766-7380BA5C2BCC}"/>
                  </a:ext>
                </a:extLst>
              </p:cNvPr>
              <p:cNvSpPr/>
              <p:nvPr/>
            </p:nvSpPr>
            <p:spPr>
              <a:xfrm>
                <a:off x="2301020" y="416139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1" name="Freeform: Shape 590">
                <a:extLst>
                  <a:ext uri="{FF2B5EF4-FFF2-40B4-BE49-F238E27FC236}">
                    <a16:creationId xmlns:a16="http://schemas.microsoft.com/office/drawing/2014/main" id="{62807BCC-7E98-0960-E552-A9620C42116C}"/>
                  </a:ext>
                </a:extLst>
              </p:cNvPr>
              <p:cNvSpPr/>
              <p:nvPr/>
            </p:nvSpPr>
            <p:spPr>
              <a:xfrm>
                <a:off x="2154642" y="4115779"/>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2" name="Freeform: Shape 591">
                <a:extLst>
                  <a:ext uri="{FF2B5EF4-FFF2-40B4-BE49-F238E27FC236}">
                    <a16:creationId xmlns:a16="http://schemas.microsoft.com/office/drawing/2014/main" id="{999E0650-8816-FB80-7AC8-189A62F800DF}"/>
                  </a:ext>
                </a:extLst>
              </p:cNvPr>
              <p:cNvSpPr/>
              <p:nvPr/>
            </p:nvSpPr>
            <p:spPr>
              <a:xfrm>
                <a:off x="2012709" y="40576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3" name="Freeform: Shape 592">
                <a:extLst>
                  <a:ext uri="{FF2B5EF4-FFF2-40B4-BE49-F238E27FC236}">
                    <a16:creationId xmlns:a16="http://schemas.microsoft.com/office/drawing/2014/main" id="{23F2FB00-233A-138C-ED34-8B809C150014}"/>
                  </a:ext>
                </a:extLst>
              </p:cNvPr>
              <p:cNvSpPr/>
              <p:nvPr/>
            </p:nvSpPr>
            <p:spPr>
              <a:xfrm>
                <a:off x="1876492" y="3987394"/>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4" name="Freeform: Shape 593">
                <a:extLst>
                  <a:ext uri="{FF2B5EF4-FFF2-40B4-BE49-F238E27FC236}">
                    <a16:creationId xmlns:a16="http://schemas.microsoft.com/office/drawing/2014/main" id="{43143BEB-1FC3-1B6C-BC8E-947C6A54B59E}"/>
                  </a:ext>
                </a:extLst>
              </p:cNvPr>
              <p:cNvSpPr/>
              <p:nvPr/>
            </p:nvSpPr>
            <p:spPr>
              <a:xfrm>
                <a:off x="1746837" y="390547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1" y="59906"/>
                      <a:pt x="0" y="46496"/>
                      <a:pt x="0" y="29953"/>
                    </a:cubicBezTo>
                    <a:cubicBezTo>
                      <a:pt x="0" y="13411"/>
                      <a:pt x="13411"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5" name="Freeform: Shape 594">
                <a:extLst>
                  <a:ext uri="{FF2B5EF4-FFF2-40B4-BE49-F238E27FC236}">
                    <a16:creationId xmlns:a16="http://schemas.microsoft.com/office/drawing/2014/main" id="{877FB490-6045-9BCF-836C-EF63150F7F03}"/>
                  </a:ext>
                </a:extLst>
              </p:cNvPr>
              <p:cNvSpPr/>
              <p:nvPr/>
            </p:nvSpPr>
            <p:spPr>
              <a:xfrm>
                <a:off x="1624908" y="381265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1" y="59906"/>
                      <a:pt x="0" y="46495"/>
                      <a:pt x="0" y="29953"/>
                    </a:cubicBezTo>
                    <a:cubicBezTo>
                      <a:pt x="0" y="13410"/>
                      <a:pt x="13411"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6" name="Freeform: Shape 595">
                <a:extLst>
                  <a:ext uri="{FF2B5EF4-FFF2-40B4-BE49-F238E27FC236}">
                    <a16:creationId xmlns:a16="http://schemas.microsoft.com/office/drawing/2014/main" id="{75921DD1-0838-62CD-267E-A053D41E1C7F}"/>
                  </a:ext>
                </a:extLst>
              </p:cNvPr>
              <p:cNvSpPr/>
              <p:nvPr/>
            </p:nvSpPr>
            <p:spPr>
              <a:xfrm>
                <a:off x="1511446" y="3709456"/>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7" name="Freeform: Shape 596">
                <a:extLst>
                  <a:ext uri="{FF2B5EF4-FFF2-40B4-BE49-F238E27FC236}">
                    <a16:creationId xmlns:a16="http://schemas.microsoft.com/office/drawing/2014/main" id="{A8159D36-CC6F-29D7-C35F-2EF4B8D7A677}"/>
                  </a:ext>
                </a:extLst>
              </p:cNvPr>
              <p:cNvSpPr/>
              <p:nvPr/>
            </p:nvSpPr>
            <p:spPr>
              <a:xfrm>
                <a:off x="1407405" y="35968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8" name="Freeform: Shape 597">
                <a:extLst>
                  <a:ext uri="{FF2B5EF4-FFF2-40B4-BE49-F238E27FC236}">
                    <a16:creationId xmlns:a16="http://schemas.microsoft.com/office/drawing/2014/main" id="{9B6ABAD1-3FBD-0C4A-A812-BAE9F7F12D4D}"/>
                  </a:ext>
                </a:extLst>
              </p:cNvPr>
              <p:cNvSpPr/>
              <p:nvPr/>
            </p:nvSpPr>
            <p:spPr>
              <a:xfrm>
                <a:off x="1313524" y="347565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9" name="Freeform: Shape 598">
                <a:extLst>
                  <a:ext uri="{FF2B5EF4-FFF2-40B4-BE49-F238E27FC236}">
                    <a16:creationId xmlns:a16="http://schemas.microsoft.com/office/drawing/2014/main" id="{47B023F6-FAA7-9058-5129-D1FCF5576B84}"/>
                  </a:ext>
                </a:extLst>
              </p:cNvPr>
              <p:cNvSpPr/>
              <p:nvPr/>
            </p:nvSpPr>
            <p:spPr>
              <a:xfrm>
                <a:off x="1230650" y="3346633"/>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0" name="Freeform: Shape 599">
                <a:extLst>
                  <a:ext uri="{FF2B5EF4-FFF2-40B4-BE49-F238E27FC236}">
                    <a16:creationId xmlns:a16="http://schemas.microsoft.com/office/drawing/2014/main" id="{A4113566-3F41-36AE-2141-1A8F68F743BD}"/>
                  </a:ext>
                </a:extLst>
              </p:cNvPr>
              <p:cNvSpPr/>
              <p:nvPr/>
            </p:nvSpPr>
            <p:spPr>
              <a:xfrm>
                <a:off x="1159313" y="32109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5"/>
                      <a:pt x="46496" y="59906"/>
                      <a:pt x="29953" y="59906"/>
                    </a:cubicBezTo>
                    <a:cubicBezTo>
                      <a:pt x="13410" y="59906"/>
                      <a:pt x="0" y="46495"/>
                      <a:pt x="0" y="29953"/>
                    </a:cubicBezTo>
                    <a:cubicBezTo>
                      <a:pt x="0" y="13410"/>
                      <a:pt x="13410" y="0"/>
                      <a:pt x="29953" y="0"/>
                    </a:cubicBezTo>
                    <a:cubicBezTo>
                      <a:pt x="46496" y="0"/>
                      <a:pt x="59906" y="13410"/>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1" name="Freeform: Shape 600">
                <a:extLst>
                  <a:ext uri="{FF2B5EF4-FFF2-40B4-BE49-F238E27FC236}">
                    <a16:creationId xmlns:a16="http://schemas.microsoft.com/office/drawing/2014/main" id="{65966662-6DFA-E894-4A9A-83E91DBD4041}"/>
                  </a:ext>
                </a:extLst>
              </p:cNvPr>
              <p:cNvSpPr/>
              <p:nvPr/>
            </p:nvSpPr>
            <p:spPr>
              <a:xfrm>
                <a:off x="1100042" y="306954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2" name="Freeform: Shape 601">
                <a:extLst>
                  <a:ext uri="{FF2B5EF4-FFF2-40B4-BE49-F238E27FC236}">
                    <a16:creationId xmlns:a16="http://schemas.microsoft.com/office/drawing/2014/main" id="{F9ADB242-D63A-2B33-6283-BD1AD6A6C960}"/>
                  </a:ext>
                </a:extLst>
              </p:cNvPr>
              <p:cNvSpPr/>
              <p:nvPr/>
            </p:nvSpPr>
            <p:spPr>
              <a:xfrm>
                <a:off x="1053261" y="2923481"/>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3" name="Freeform: Shape 602">
                <a:extLst>
                  <a:ext uri="{FF2B5EF4-FFF2-40B4-BE49-F238E27FC236}">
                    <a16:creationId xmlns:a16="http://schemas.microsoft.com/office/drawing/2014/main" id="{24E22D8E-D05A-CDD0-7921-8B70553D9F9C}"/>
                  </a:ext>
                </a:extLst>
              </p:cNvPr>
              <p:cNvSpPr/>
              <p:nvPr/>
            </p:nvSpPr>
            <p:spPr>
              <a:xfrm>
                <a:off x="1019497" y="2773927"/>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4" name="Freeform: Shape 603">
                <a:extLst>
                  <a:ext uri="{FF2B5EF4-FFF2-40B4-BE49-F238E27FC236}">
                    <a16:creationId xmlns:a16="http://schemas.microsoft.com/office/drawing/2014/main" id="{D78165B3-8906-0985-5E7B-620522451B93}"/>
                  </a:ext>
                </a:extLst>
              </p:cNvPr>
              <p:cNvSpPr/>
              <p:nvPr/>
            </p:nvSpPr>
            <p:spPr>
              <a:xfrm>
                <a:off x="998753" y="2622045"/>
                <a:ext cx="59905" cy="59905"/>
              </a:xfrm>
              <a:custGeom>
                <a:avLst/>
                <a:gdLst>
                  <a:gd name="connsiteX0" fmla="*/ 59906 w 59905"/>
                  <a:gd name="connsiteY0" fmla="*/ 29953 h 59905"/>
                  <a:gd name="connsiteX1" fmla="*/ 29953 w 59905"/>
                  <a:gd name="connsiteY1" fmla="*/ 59906 h 59905"/>
                  <a:gd name="connsiteX2" fmla="*/ 0 w 59905"/>
                  <a:gd name="connsiteY2" fmla="*/ 29953 h 59905"/>
                  <a:gd name="connsiteX3" fmla="*/ 29953 w 59905"/>
                  <a:gd name="connsiteY3" fmla="*/ 0 h 59905"/>
                  <a:gd name="connsiteX4" fmla="*/ 59906 w 59905"/>
                  <a:gd name="connsiteY4" fmla="*/ 29953 h 59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905" h="59905">
                    <a:moveTo>
                      <a:pt x="59906" y="29953"/>
                    </a:moveTo>
                    <a:cubicBezTo>
                      <a:pt x="59906" y="46496"/>
                      <a:pt x="46496" y="59906"/>
                      <a:pt x="29953" y="59906"/>
                    </a:cubicBezTo>
                    <a:cubicBezTo>
                      <a:pt x="13410" y="59906"/>
                      <a:pt x="0" y="46496"/>
                      <a:pt x="0" y="29953"/>
                    </a:cubicBezTo>
                    <a:cubicBezTo>
                      <a:pt x="0" y="13411"/>
                      <a:pt x="13410" y="0"/>
                      <a:pt x="29953" y="0"/>
                    </a:cubicBezTo>
                    <a:cubicBezTo>
                      <a:pt x="46496" y="0"/>
                      <a:pt x="59906" y="13411"/>
                      <a:pt x="59906" y="2995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0" name="Graphic 9">
              <a:extLst>
                <a:ext uri="{FF2B5EF4-FFF2-40B4-BE49-F238E27FC236}">
                  <a16:creationId xmlns:a16="http://schemas.microsoft.com/office/drawing/2014/main" id="{AE526036-DDF8-09DE-9CEB-F90F818A0926}"/>
                </a:ext>
              </a:extLst>
            </p:cNvPr>
            <p:cNvGrpSpPr/>
            <p:nvPr/>
          </p:nvGrpSpPr>
          <p:grpSpPr>
            <a:xfrm>
              <a:off x="-697582" y="-698697"/>
              <a:ext cx="6623163" cy="6623163"/>
              <a:chOff x="239873" y="-49274"/>
              <a:chExt cx="5080367" cy="5080367"/>
            </a:xfrm>
            <a:solidFill>
              <a:schemeClr val="accent1">
                <a:lumMod val="20000"/>
                <a:lumOff val="80000"/>
                <a:alpha val="35000"/>
              </a:schemeClr>
            </a:solidFill>
          </p:grpSpPr>
          <p:sp>
            <p:nvSpPr>
              <p:cNvPr id="461" name="Freeform: Shape 460">
                <a:extLst>
                  <a:ext uri="{FF2B5EF4-FFF2-40B4-BE49-F238E27FC236}">
                    <a16:creationId xmlns:a16="http://schemas.microsoft.com/office/drawing/2014/main" id="{1EB88B5C-69ED-160F-F090-C1CF52062413}"/>
                  </a:ext>
                </a:extLst>
              </p:cNvPr>
              <p:cNvSpPr/>
              <p:nvPr/>
            </p:nvSpPr>
            <p:spPr>
              <a:xfrm>
                <a:off x="239873" y="24483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2" name="Freeform: Shape 461">
                <a:extLst>
                  <a:ext uri="{FF2B5EF4-FFF2-40B4-BE49-F238E27FC236}">
                    <a16:creationId xmlns:a16="http://schemas.microsoft.com/office/drawing/2014/main" id="{D9B6FB3F-006D-58A4-861E-993D560406FB}"/>
                  </a:ext>
                </a:extLst>
              </p:cNvPr>
              <p:cNvSpPr/>
              <p:nvPr/>
            </p:nvSpPr>
            <p:spPr>
              <a:xfrm>
                <a:off x="249398" y="22308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3" name="Freeform: Shape 462">
                <a:extLst>
                  <a:ext uri="{FF2B5EF4-FFF2-40B4-BE49-F238E27FC236}">
                    <a16:creationId xmlns:a16="http://schemas.microsoft.com/office/drawing/2014/main" id="{4216AD87-A049-8DB2-BAB7-F8F51AF2DAB4}"/>
                  </a:ext>
                </a:extLst>
              </p:cNvPr>
              <p:cNvSpPr/>
              <p:nvPr/>
            </p:nvSpPr>
            <p:spPr>
              <a:xfrm>
                <a:off x="277764" y="201494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4" name="Freeform: Shape 463">
                <a:extLst>
                  <a:ext uri="{FF2B5EF4-FFF2-40B4-BE49-F238E27FC236}">
                    <a16:creationId xmlns:a16="http://schemas.microsoft.com/office/drawing/2014/main" id="{F5532EDB-4D27-A644-66DB-AD0CFEC56399}"/>
                  </a:ext>
                </a:extLst>
              </p:cNvPr>
              <p:cNvSpPr/>
              <p:nvPr/>
            </p:nvSpPr>
            <p:spPr>
              <a:xfrm>
                <a:off x="324863" y="180241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5" name="Freeform: Shape 464">
                <a:extLst>
                  <a:ext uri="{FF2B5EF4-FFF2-40B4-BE49-F238E27FC236}">
                    <a16:creationId xmlns:a16="http://schemas.microsoft.com/office/drawing/2014/main" id="{3EB15185-B71D-93EE-E475-15CF94B60CA9}"/>
                  </a:ext>
                </a:extLst>
              </p:cNvPr>
              <p:cNvSpPr/>
              <p:nvPr/>
            </p:nvSpPr>
            <p:spPr>
              <a:xfrm>
                <a:off x="390273" y="159475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6" name="Freeform: Shape 465">
                <a:extLst>
                  <a:ext uri="{FF2B5EF4-FFF2-40B4-BE49-F238E27FC236}">
                    <a16:creationId xmlns:a16="http://schemas.microsoft.com/office/drawing/2014/main" id="{EF4E67B7-FE6D-4836-142C-F0B657E55AA9}"/>
                  </a:ext>
                </a:extLst>
              </p:cNvPr>
              <p:cNvSpPr/>
              <p:nvPr/>
            </p:nvSpPr>
            <p:spPr>
              <a:xfrm>
                <a:off x="473570" y="13935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7" name="Freeform: Shape 466">
                <a:extLst>
                  <a:ext uri="{FF2B5EF4-FFF2-40B4-BE49-F238E27FC236}">
                    <a16:creationId xmlns:a16="http://schemas.microsoft.com/office/drawing/2014/main" id="{D8740DAD-2619-57AF-DD3F-3C30594E2498}"/>
                  </a:ext>
                </a:extLst>
              </p:cNvPr>
              <p:cNvSpPr/>
              <p:nvPr/>
            </p:nvSpPr>
            <p:spPr>
              <a:xfrm>
                <a:off x="574013" y="12003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8" name="Freeform: Shape 467">
                <a:extLst>
                  <a:ext uri="{FF2B5EF4-FFF2-40B4-BE49-F238E27FC236}">
                    <a16:creationId xmlns:a16="http://schemas.microsoft.com/office/drawing/2014/main" id="{EE6D34B7-8684-DD91-78CC-16411B02ED34}"/>
                  </a:ext>
                </a:extLst>
              </p:cNvPr>
              <p:cNvSpPr/>
              <p:nvPr/>
            </p:nvSpPr>
            <p:spPr>
              <a:xfrm>
                <a:off x="690967" y="101664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9" name="Freeform: Shape 468">
                <a:extLst>
                  <a:ext uri="{FF2B5EF4-FFF2-40B4-BE49-F238E27FC236}">
                    <a16:creationId xmlns:a16="http://schemas.microsoft.com/office/drawing/2014/main" id="{FD9A38BF-A576-7403-B5EE-764AE0413AED}"/>
                  </a:ext>
                </a:extLst>
              </p:cNvPr>
              <p:cNvSpPr/>
              <p:nvPr/>
            </p:nvSpPr>
            <p:spPr>
              <a:xfrm>
                <a:off x="823374" y="84391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0" name="Freeform: Shape 469">
                <a:extLst>
                  <a:ext uri="{FF2B5EF4-FFF2-40B4-BE49-F238E27FC236}">
                    <a16:creationId xmlns:a16="http://schemas.microsoft.com/office/drawing/2014/main" id="{357CB727-6625-59C4-9296-E0E20380F341}"/>
                  </a:ext>
                </a:extLst>
              </p:cNvPr>
              <p:cNvSpPr/>
              <p:nvPr/>
            </p:nvSpPr>
            <p:spPr>
              <a:xfrm>
                <a:off x="970387" y="68325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1" name="Freeform: Shape 470">
                <a:extLst>
                  <a:ext uri="{FF2B5EF4-FFF2-40B4-BE49-F238E27FC236}">
                    <a16:creationId xmlns:a16="http://schemas.microsoft.com/office/drawing/2014/main" id="{980E944C-4256-EB0D-A84E-8D81B091FD79}"/>
                  </a:ext>
                </a:extLst>
              </p:cNvPr>
              <p:cNvSpPr/>
              <p:nvPr/>
            </p:nvSpPr>
            <p:spPr>
              <a:xfrm>
                <a:off x="1130842" y="5361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2" name="Freeform: Shape 471">
                <a:extLst>
                  <a:ext uri="{FF2B5EF4-FFF2-40B4-BE49-F238E27FC236}">
                    <a16:creationId xmlns:a16="http://schemas.microsoft.com/office/drawing/2014/main" id="{87A56409-4F37-C7AD-C7A9-03CBDE46C92A}"/>
                  </a:ext>
                </a:extLst>
              </p:cNvPr>
              <p:cNvSpPr/>
              <p:nvPr/>
            </p:nvSpPr>
            <p:spPr>
              <a:xfrm>
                <a:off x="1303575" y="4034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3" name="Freeform: Shape 472">
                <a:extLst>
                  <a:ext uri="{FF2B5EF4-FFF2-40B4-BE49-F238E27FC236}">
                    <a16:creationId xmlns:a16="http://schemas.microsoft.com/office/drawing/2014/main" id="{F3C6120D-F085-4910-5237-033170AD124E}"/>
                  </a:ext>
                </a:extLst>
              </p:cNvPr>
              <p:cNvSpPr/>
              <p:nvPr/>
            </p:nvSpPr>
            <p:spPr>
              <a:xfrm>
                <a:off x="1487103" y="28634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4" name="Freeform: Shape 473">
                <a:extLst>
                  <a:ext uri="{FF2B5EF4-FFF2-40B4-BE49-F238E27FC236}">
                    <a16:creationId xmlns:a16="http://schemas.microsoft.com/office/drawing/2014/main" id="{C86C8B57-8BF5-1B73-ED35-030E4F8E7812}"/>
                  </a:ext>
                </a:extLst>
              </p:cNvPr>
              <p:cNvSpPr/>
              <p:nvPr/>
            </p:nvSpPr>
            <p:spPr>
              <a:xfrm>
                <a:off x="1680157" y="18558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5" name="Freeform: Shape 474">
                <a:extLst>
                  <a:ext uri="{FF2B5EF4-FFF2-40B4-BE49-F238E27FC236}">
                    <a16:creationId xmlns:a16="http://schemas.microsoft.com/office/drawing/2014/main" id="{6456F2FC-9359-1FA8-236C-CCFB6997295D}"/>
                  </a:ext>
                </a:extLst>
              </p:cNvPr>
              <p:cNvSpPr/>
              <p:nvPr/>
            </p:nvSpPr>
            <p:spPr>
              <a:xfrm>
                <a:off x="1881255" y="1020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6" name="Freeform: Shape 475">
                <a:extLst>
                  <a:ext uri="{FF2B5EF4-FFF2-40B4-BE49-F238E27FC236}">
                    <a16:creationId xmlns:a16="http://schemas.microsoft.com/office/drawing/2014/main" id="{9A053372-DE2B-8DFC-E4D4-FDD2A29CA9BC}"/>
                  </a:ext>
                </a:extLst>
              </p:cNvPr>
              <p:cNvSpPr/>
              <p:nvPr/>
            </p:nvSpPr>
            <p:spPr>
              <a:xfrm>
                <a:off x="2088809" y="3645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7" name="Freeform: Shape 476">
                <a:extLst>
                  <a:ext uri="{FF2B5EF4-FFF2-40B4-BE49-F238E27FC236}">
                    <a16:creationId xmlns:a16="http://schemas.microsoft.com/office/drawing/2014/main" id="{ECA37879-FA97-6DC4-86CB-53AB62056C69}"/>
                  </a:ext>
                </a:extLst>
              </p:cNvPr>
              <p:cNvSpPr/>
              <p:nvPr/>
            </p:nvSpPr>
            <p:spPr>
              <a:xfrm>
                <a:off x="2301338" y="-108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8" name="Freeform: Shape 477">
                <a:extLst>
                  <a:ext uri="{FF2B5EF4-FFF2-40B4-BE49-F238E27FC236}">
                    <a16:creationId xmlns:a16="http://schemas.microsoft.com/office/drawing/2014/main" id="{10B520CB-03D6-1F68-5D07-7C590D7088C5}"/>
                  </a:ext>
                </a:extLst>
              </p:cNvPr>
              <p:cNvSpPr/>
              <p:nvPr/>
            </p:nvSpPr>
            <p:spPr>
              <a:xfrm>
                <a:off x="2517147" y="-3953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9" name="Freeform: Shape 478">
                <a:extLst>
                  <a:ext uri="{FF2B5EF4-FFF2-40B4-BE49-F238E27FC236}">
                    <a16:creationId xmlns:a16="http://schemas.microsoft.com/office/drawing/2014/main" id="{01FCAD54-BB4B-07CD-C8BC-72FAE454CFE8}"/>
                  </a:ext>
                </a:extLst>
              </p:cNvPr>
              <p:cNvSpPr/>
              <p:nvPr/>
            </p:nvSpPr>
            <p:spPr>
              <a:xfrm>
                <a:off x="2734651" y="-492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0" name="Freeform: Shape 479">
                <a:extLst>
                  <a:ext uri="{FF2B5EF4-FFF2-40B4-BE49-F238E27FC236}">
                    <a16:creationId xmlns:a16="http://schemas.microsoft.com/office/drawing/2014/main" id="{4A2E8171-5CB1-5E38-7885-720CDD4A850A}"/>
                  </a:ext>
                </a:extLst>
              </p:cNvPr>
              <p:cNvSpPr/>
              <p:nvPr/>
            </p:nvSpPr>
            <p:spPr>
              <a:xfrm>
                <a:off x="2952260" y="-3996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1" name="Freeform: Shape 480">
                <a:extLst>
                  <a:ext uri="{FF2B5EF4-FFF2-40B4-BE49-F238E27FC236}">
                    <a16:creationId xmlns:a16="http://schemas.microsoft.com/office/drawing/2014/main" id="{F39C52DC-EA5D-9FE1-B6E8-CBF9A37125C4}"/>
                  </a:ext>
                </a:extLst>
              </p:cNvPr>
              <p:cNvSpPr/>
              <p:nvPr/>
            </p:nvSpPr>
            <p:spPr>
              <a:xfrm>
                <a:off x="3168175" y="-1180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2" name="Freeform: Shape 481">
                <a:extLst>
                  <a:ext uri="{FF2B5EF4-FFF2-40B4-BE49-F238E27FC236}">
                    <a16:creationId xmlns:a16="http://schemas.microsoft.com/office/drawing/2014/main" id="{48838139-69B9-B44A-280C-80324D074575}"/>
                  </a:ext>
                </a:extLst>
              </p:cNvPr>
              <p:cNvSpPr/>
              <p:nvPr/>
            </p:nvSpPr>
            <p:spPr>
              <a:xfrm>
                <a:off x="3380810" y="3497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3" name="Freeform: Shape 482">
                <a:extLst>
                  <a:ext uri="{FF2B5EF4-FFF2-40B4-BE49-F238E27FC236}">
                    <a16:creationId xmlns:a16="http://schemas.microsoft.com/office/drawing/2014/main" id="{33106E23-F61C-6B5B-0BA1-B3137989BACE}"/>
                  </a:ext>
                </a:extLst>
              </p:cNvPr>
              <p:cNvSpPr/>
              <p:nvPr/>
            </p:nvSpPr>
            <p:spPr>
              <a:xfrm>
                <a:off x="3588470" y="10017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4" name="Freeform: Shape 483">
                <a:extLst>
                  <a:ext uri="{FF2B5EF4-FFF2-40B4-BE49-F238E27FC236}">
                    <a16:creationId xmlns:a16="http://schemas.microsoft.com/office/drawing/2014/main" id="{0E2B236D-D97C-76E7-4E28-C7BCEA9442BE}"/>
                  </a:ext>
                </a:extLst>
              </p:cNvPr>
              <p:cNvSpPr/>
              <p:nvPr/>
            </p:nvSpPr>
            <p:spPr>
              <a:xfrm>
                <a:off x="3789780" y="18325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5" name="Freeform: Shape 484">
                <a:extLst>
                  <a:ext uri="{FF2B5EF4-FFF2-40B4-BE49-F238E27FC236}">
                    <a16:creationId xmlns:a16="http://schemas.microsoft.com/office/drawing/2014/main" id="{3D0B5420-8AB1-6CF4-80F6-05BC6A737585}"/>
                  </a:ext>
                </a:extLst>
              </p:cNvPr>
              <p:cNvSpPr/>
              <p:nvPr/>
            </p:nvSpPr>
            <p:spPr>
              <a:xfrm>
                <a:off x="3983045" y="2834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6" name="Freeform: Shape 485">
                <a:extLst>
                  <a:ext uri="{FF2B5EF4-FFF2-40B4-BE49-F238E27FC236}">
                    <a16:creationId xmlns:a16="http://schemas.microsoft.com/office/drawing/2014/main" id="{3C2BF62B-4EE7-FCBE-3B8D-ACA868DFA61D}"/>
                  </a:ext>
                </a:extLst>
              </p:cNvPr>
              <p:cNvSpPr/>
              <p:nvPr/>
            </p:nvSpPr>
            <p:spPr>
              <a:xfrm>
                <a:off x="4166891" y="40023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7" name="Freeform: Shape 486">
                <a:extLst>
                  <a:ext uri="{FF2B5EF4-FFF2-40B4-BE49-F238E27FC236}">
                    <a16:creationId xmlns:a16="http://schemas.microsoft.com/office/drawing/2014/main" id="{F2D75604-7499-EC4E-5BBC-B2578886924E}"/>
                  </a:ext>
                </a:extLst>
              </p:cNvPr>
              <p:cNvSpPr/>
              <p:nvPr/>
            </p:nvSpPr>
            <p:spPr>
              <a:xfrm>
                <a:off x="4339835" y="532427"/>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8" name="Freeform: Shape 487">
                <a:extLst>
                  <a:ext uri="{FF2B5EF4-FFF2-40B4-BE49-F238E27FC236}">
                    <a16:creationId xmlns:a16="http://schemas.microsoft.com/office/drawing/2014/main" id="{333B8CEB-4639-3D36-EA6E-1463C50E1CC3}"/>
                  </a:ext>
                </a:extLst>
              </p:cNvPr>
              <p:cNvSpPr/>
              <p:nvPr/>
            </p:nvSpPr>
            <p:spPr>
              <a:xfrm>
                <a:off x="4500608" y="679334"/>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9" name="Freeform: Shape 488">
                <a:extLst>
                  <a:ext uri="{FF2B5EF4-FFF2-40B4-BE49-F238E27FC236}">
                    <a16:creationId xmlns:a16="http://schemas.microsoft.com/office/drawing/2014/main" id="{3CBB4DD3-4C2C-FF4C-14FD-F4C7DD5A404E}"/>
                  </a:ext>
                </a:extLst>
              </p:cNvPr>
              <p:cNvSpPr/>
              <p:nvPr/>
            </p:nvSpPr>
            <p:spPr>
              <a:xfrm>
                <a:off x="4647938" y="83957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0" name="Freeform: Shape 489">
                <a:extLst>
                  <a:ext uri="{FF2B5EF4-FFF2-40B4-BE49-F238E27FC236}">
                    <a16:creationId xmlns:a16="http://schemas.microsoft.com/office/drawing/2014/main" id="{55A3B834-0076-57EF-35F1-343244A6BF4B}"/>
                  </a:ext>
                </a:extLst>
              </p:cNvPr>
              <p:cNvSpPr/>
              <p:nvPr/>
            </p:nvSpPr>
            <p:spPr>
              <a:xfrm>
                <a:off x="4780875" y="10120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1" name="Freeform: Shape 490">
                <a:extLst>
                  <a:ext uri="{FF2B5EF4-FFF2-40B4-BE49-F238E27FC236}">
                    <a16:creationId xmlns:a16="http://schemas.microsoft.com/office/drawing/2014/main" id="{156187B0-E88A-FE8B-51A7-F30453374B13}"/>
                  </a:ext>
                </a:extLst>
              </p:cNvPr>
              <p:cNvSpPr/>
              <p:nvPr/>
            </p:nvSpPr>
            <p:spPr>
              <a:xfrm>
                <a:off x="4898146" y="1195521"/>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2" name="Freeform: Shape 491">
                <a:extLst>
                  <a:ext uri="{FF2B5EF4-FFF2-40B4-BE49-F238E27FC236}">
                    <a16:creationId xmlns:a16="http://schemas.microsoft.com/office/drawing/2014/main" id="{833E796C-09D7-EE17-6653-34BF9C2D5093}"/>
                  </a:ext>
                </a:extLst>
              </p:cNvPr>
              <p:cNvSpPr/>
              <p:nvPr/>
            </p:nvSpPr>
            <p:spPr>
              <a:xfrm>
                <a:off x="4999013" y="13883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3" name="Freeform: Shape 492">
                <a:extLst>
                  <a:ext uri="{FF2B5EF4-FFF2-40B4-BE49-F238E27FC236}">
                    <a16:creationId xmlns:a16="http://schemas.microsoft.com/office/drawing/2014/main" id="{D8655B34-949A-B131-5592-FFAFB111FF43}"/>
                  </a:ext>
                </a:extLst>
              </p:cNvPr>
              <p:cNvSpPr/>
              <p:nvPr/>
            </p:nvSpPr>
            <p:spPr>
              <a:xfrm>
                <a:off x="5082733" y="1589355"/>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4" name="Freeform: Shape 493">
                <a:extLst>
                  <a:ext uri="{FF2B5EF4-FFF2-40B4-BE49-F238E27FC236}">
                    <a16:creationId xmlns:a16="http://schemas.microsoft.com/office/drawing/2014/main" id="{8640A6E5-F3F7-29DB-B157-84493868FA24}"/>
                  </a:ext>
                </a:extLst>
              </p:cNvPr>
              <p:cNvSpPr/>
              <p:nvPr/>
            </p:nvSpPr>
            <p:spPr>
              <a:xfrm>
                <a:off x="5148672" y="179690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5" name="Freeform: Shape 494">
                <a:extLst>
                  <a:ext uri="{FF2B5EF4-FFF2-40B4-BE49-F238E27FC236}">
                    <a16:creationId xmlns:a16="http://schemas.microsoft.com/office/drawing/2014/main" id="{24DB0137-CFF0-1400-8B87-CE15DF616494}"/>
                  </a:ext>
                </a:extLst>
              </p:cNvPr>
              <p:cNvSpPr/>
              <p:nvPr/>
            </p:nvSpPr>
            <p:spPr>
              <a:xfrm>
                <a:off x="5196300" y="2009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6" name="Freeform: Shape 495">
                <a:extLst>
                  <a:ext uri="{FF2B5EF4-FFF2-40B4-BE49-F238E27FC236}">
                    <a16:creationId xmlns:a16="http://schemas.microsoft.com/office/drawing/2014/main" id="{64F4C5DC-EAE1-E35A-0E3E-FDB6B7B92B6A}"/>
                  </a:ext>
                </a:extLst>
              </p:cNvPr>
              <p:cNvSpPr/>
              <p:nvPr/>
            </p:nvSpPr>
            <p:spPr>
              <a:xfrm>
                <a:off x="5225089" y="2225248"/>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7" name="Freeform: Shape 496">
                <a:extLst>
                  <a:ext uri="{FF2B5EF4-FFF2-40B4-BE49-F238E27FC236}">
                    <a16:creationId xmlns:a16="http://schemas.microsoft.com/office/drawing/2014/main" id="{89CA902B-B150-909E-842A-6B13943171BE}"/>
                  </a:ext>
                </a:extLst>
              </p:cNvPr>
              <p:cNvSpPr/>
              <p:nvPr/>
            </p:nvSpPr>
            <p:spPr>
              <a:xfrm>
                <a:off x="5235144" y="244275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8" name="Freeform: Shape 497">
                <a:extLst>
                  <a:ext uri="{FF2B5EF4-FFF2-40B4-BE49-F238E27FC236}">
                    <a16:creationId xmlns:a16="http://schemas.microsoft.com/office/drawing/2014/main" id="{CD80DE00-6CF5-A315-8CD0-0671808E3D6B}"/>
                  </a:ext>
                </a:extLst>
              </p:cNvPr>
              <p:cNvSpPr/>
              <p:nvPr/>
            </p:nvSpPr>
            <p:spPr>
              <a:xfrm>
                <a:off x="5226148" y="26602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9" name="Freeform: Shape 498">
                <a:extLst>
                  <a:ext uri="{FF2B5EF4-FFF2-40B4-BE49-F238E27FC236}">
                    <a16:creationId xmlns:a16="http://schemas.microsoft.com/office/drawing/2014/main" id="{E9F00AB0-EEEF-4343-E282-62E33C181C90}"/>
                  </a:ext>
                </a:extLst>
              </p:cNvPr>
              <p:cNvSpPr/>
              <p:nvPr/>
            </p:nvSpPr>
            <p:spPr>
              <a:xfrm>
                <a:off x="5198206" y="28761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0" name="Freeform: Shape 499">
                <a:extLst>
                  <a:ext uri="{FF2B5EF4-FFF2-40B4-BE49-F238E27FC236}">
                    <a16:creationId xmlns:a16="http://schemas.microsoft.com/office/drawing/2014/main" id="{CF7A1A4F-5489-11AE-CC96-2CE6F6C4302B}"/>
                  </a:ext>
                </a:extLst>
              </p:cNvPr>
              <p:cNvSpPr/>
              <p:nvPr/>
            </p:nvSpPr>
            <p:spPr>
              <a:xfrm>
                <a:off x="5151636" y="3088910"/>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1" name="Freeform: Shape 500">
                <a:extLst>
                  <a:ext uri="{FF2B5EF4-FFF2-40B4-BE49-F238E27FC236}">
                    <a16:creationId xmlns:a16="http://schemas.microsoft.com/office/drawing/2014/main" id="{79D277BE-80E9-2973-4855-D38AD06A4E75}"/>
                  </a:ext>
                </a:extLst>
              </p:cNvPr>
              <p:cNvSpPr/>
              <p:nvPr/>
            </p:nvSpPr>
            <p:spPr>
              <a:xfrm>
                <a:off x="5086649" y="3296676"/>
                <a:ext cx="85096" cy="85096"/>
              </a:xfrm>
              <a:custGeom>
                <a:avLst/>
                <a:gdLst>
                  <a:gd name="connsiteX0" fmla="*/ 85096 w 85096"/>
                  <a:gd name="connsiteY0" fmla="*/ 42548 h 85096"/>
                  <a:gd name="connsiteX1" fmla="*/ 42548 w 85096"/>
                  <a:gd name="connsiteY1" fmla="*/ 85096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2" name="Freeform: Shape 501">
                <a:extLst>
                  <a:ext uri="{FF2B5EF4-FFF2-40B4-BE49-F238E27FC236}">
                    <a16:creationId xmlns:a16="http://schemas.microsoft.com/office/drawing/2014/main" id="{2CD118D2-22A6-D91B-DE43-7D72405D74FD}"/>
                  </a:ext>
                </a:extLst>
              </p:cNvPr>
              <p:cNvSpPr/>
              <p:nvPr/>
            </p:nvSpPr>
            <p:spPr>
              <a:xfrm>
                <a:off x="5003882" y="349809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3" name="Freeform: Shape 502">
                <a:extLst>
                  <a:ext uri="{FF2B5EF4-FFF2-40B4-BE49-F238E27FC236}">
                    <a16:creationId xmlns:a16="http://schemas.microsoft.com/office/drawing/2014/main" id="{66EBC4ED-43CD-DB1B-E275-7A187F1C2029}"/>
                  </a:ext>
                </a:extLst>
              </p:cNvPr>
              <p:cNvSpPr/>
              <p:nvPr/>
            </p:nvSpPr>
            <p:spPr>
              <a:xfrm>
                <a:off x="4903756" y="369146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50"/>
                      <a:pt x="19049" y="0"/>
                      <a:pt x="42548" y="0"/>
                    </a:cubicBezTo>
                    <a:cubicBezTo>
                      <a:pt x="66047" y="0"/>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4" name="Freeform: Shape 503">
                <a:extLst>
                  <a:ext uri="{FF2B5EF4-FFF2-40B4-BE49-F238E27FC236}">
                    <a16:creationId xmlns:a16="http://schemas.microsoft.com/office/drawing/2014/main" id="{E8AC435B-B904-01BF-BC6B-27C51670A83C}"/>
                  </a:ext>
                </a:extLst>
              </p:cNvPr>
              <p:cNvSpPr/>
              <p:nvPr/>
            </p:nvSpPr>
            <p:spPr>
              <a:xfrm>
                <a:off x="4787331" y="387541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5" name="Freeform: Shape 504">
                <a:extLst>
                  <a:ext uri="{FF2B5EF4-FFF2-40B4-BE49-F238E27FC236}">
                    <a16:creationId xmlns:a16="http://schemas.microsoft.com/office/drawing/2014/main" id="{908D0729-F627-2492-B899-64FD9E1CCA9C}"/>
                  </a:ext>
                </a:extLst>
              </p:cNvPr>
              <p:cNvSpPr/>
              <p:nvPr/>
            </p:nvSpPr>
            <p:spPr>
              <a:xfrm>
                <a:off x="4655241" y="404846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6" name="Freeform: Shape 505">
                <a:extLst>
                  <a:ext uri="{FF2B5EF4-FFF2-40B4-BE49-F238E27FC236}">
                    <a16:creationId xmlns:a16="http://schemas.microsoft.com/office/drawing/2014/main" id="{A2707256-4ADD-2A36-BBAA-1006F6359FBC}"/>
                  </a:ext>
                </a:extLst>
              </p:cNvPr>
              <p:cNvSpPr/>
              <p:nvPr/>
            </p:nvSpPr>
            <p:spPr>
              <a:xfrm>
                <a:off x="4508546" y="4209449"/>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7" name="Freeform: Shape 506">
                <a:extLst>
                  <a:ext uri="{FF2B5EF4-FFF2-40B4-BE49-F238E27FC236}">
                    <a16:creationId xmlns:a16="http://schemas.microsoft.com/office/drawing/2014/main" id="{1FCCEAAF-0CE9-EBDC-CC3B-7F4CDEDEBB6F}"/>
                  </a:ext>
                </a:extLst>
              </p:cNvPr>
              <p:cNvSpPr/>
              <p:nvPr/>
            </p:nvSpPr>
            <p:spPr>
              <a:xfrm>
                <a:off x="4348514" y="4356991"/>
                <a:ext cx="85096" cy="85096"/>
              </a:xfrm>
              <a:custGeom>
                <a:avLst/>
                <a:gdLst>
                  <a:gd name="connsiteX0" fmla="*/ 85096 w 85096"/>
                  <a:gd name="connsiteY0" fmla="*/ 42548 h 85096"/>
                  <a:gd name="connsiteX1" fmla="*/ 42548 w 85096"/>
                  <a:gd name="connsiteY1" fmla="*/ 85097 h 85096"/>
                  <a:gd name="connsiteX2" fmla="*/ -1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1" y="66047"/>
                      <a:pt x="-1" y="42548"/>
                    </a:cubicBezTo>
                    <a:cubicBezTo>
                      <a:pt x="-1"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8" name="Freeform: Shape 507">
                <a:extLst>
                  <a:ext uri="{FF2B5EF4-FFF2-40B4-BE49-F238E27FC236}">
                    <a16:creationId xmlns:a16="http://schemas.microsoft.com/office/drawing/2014/main" id="{2D5A15D5-EEAF-E2A3-1888-F55AE3E335A9}"/>
                  </a:ext>
                </a:extLst>
              </p:cNvPr>
              <p:cNvSpPr/>
              <p:nvPr/>
            </p:nvSpPr>
            <p:spPr>
              <a:xfrm>
                <a:off x="4176099" y="449003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9" name="Freeform: Shape 508">
                <a:extLst>
                  <a:ext uri="{FF2B5EF4-FFF2-40B4-BE49-F238E27FC236}">
                    <a16:creationId xmlns:a16="http://schemas.microsoft.com/office/drawing/2014/main" id="{3838769D-3C87-7DE6-A1AC-49565347C409}"/>
                  </a:ext>
                </a:extLst>
              </p:cNvPr>
              <p:cNvSpPr/>
              <p:nvPr/>
            </p:nvSpPr>
            <p:spPr>
              <a:xfrm>
                <a:off x="3992888" y="460762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0" name="Freeform: Shape 509">
                <a:extLst>
                  <a:ext uri="{FF2B5EF4-FFF2-40B4-BE49-F238E27FC236}">
                    <a16:creationId xmlns:a16="http://schemas.microsoft.com/office/drawing/2014/main" id="{F18F1E7F-7E2C-26AA-B11E-B0BA790DFF2A}"/>
                  </a:ext>
                </a:extLst>
              </p:cNvPr>
              <p:cNvSpPr/>
              <p:nvPr/>
            </p:nvSpPr>
            <p:spPr>
              <a:xfrm>
                <a:off x="3800046" y="4708701"/>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1" name="Freeform: Shape 510">
                <a:extLst>
                  <a:ext uri="{FF2B5EF4-FFF2-40B4-BE49-F238E27FC236}">
                    <a16:creationId xmlns:a16="http://schemas.microsoft.com/office/drawing/2014/main" id="{67C1CDE9-195E-0435-A2F2-B6181C18A7A5}"/>
                  </a:ext>
                </a:extLst>
              </p:cNvPr>
              <p:cNvSpPr/>
              <p:nvPr/>
            </p:nvSpPr>
            <p:spPr>
              <a:xfrm>
                <a:off x="3599160" y="4792632"/>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2" name="Freeform: Shape 511">
                <a:extLst>
                  <a:ext uri="{FF2B5EF4-FFF2-40B4-BE49-F238E27FC236}">
                    <a16:creationId xmlns:a16="http://schemas.microsoft.com/office/drawing/2014/main" id="{14228A95-274E-CCCF-AC1D-DE726DE06D29}"/>
                  </a:ext>
                </a:extLst>
              </p:cNvPr>
              <p:cNvSpPr/>
              <p:nvPr/>
            </p:nvSpPr>
            <p:spPr>
              <a:xfrm>
                <a:off x="3391712" y="48587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3" name="Freeform: Shape 512">
                <a:extLst>
                  <a:ext uri="{FF2B5EF4-FFF2-40B4-BE49-F238E27FC236}">
                    <a16:creationId xmlns:a16="http://schemas.microsoft.com/office/drawing/2014/main" id="{639D1EF4-F5C3-97D9-81B0-C43F735AAE8B}"/>
                  </a:ext>
                </a:extLst>
              </p:cNvPr>
              <p:cNvSpPr/>
              <p:nvPr/>
            </p:nvSpPr>
            <p:spPr>
              <a:xfrm>
                <a:off x="3179289" y="490662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4" name="Freeform: Shape 513">
                <a:extLst>
                  <a:ext uri="{FF2B5EF4-FFF2-40B4-BE49-F238E27FC236}">
                    <a16:creationId xmlns:a16="http://schemas.microsoft.com/office/drawing/2014/main" id="{512446F7-3EAD-4CEB-7051-2422A2891446}"/>
                  </a:ext>
                </a:extLst>
              </p:cNvPr>
              <p:cNvSpPr/>
              <p:nvPr/>
            </p:nvSpPr>
            <p:spPr>
              <a:xfrm>
                <a:off x="2963479" y="493573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5" name="Freeform: Shape 514">
                <a:extLst>
                  <a:ext uri="{FF2B5EF4-FFF2-40B4-BE49-F238E27FC236}">
                    <a16:creationId xmlns:a16="http://schemas.microsoft.com/office/drawing/2014/main" id="{37BA34A0-E210-440A-9E68-27B8246E0DC2}"/>
                  </a:ext>
                </a:extLst>
              </p:cNvPr>
              <p:cNvSpPr/>
              <p:nvPr/>
            </p:nvSpPr>
            <p:spPr>
              <a:xfrm>
                <a:off x="2745976" y="4945996"/>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6" name="Freeform: Shape 515">
                <a:extLst>
                  <a:ext uri="{FF2B5EF4-FFF2-40B4-BE49-F238E27FC236}">
                    <a16:creationId xmlns:a16="http://schemas.microsoft.com/office/drawing/2014/main" id="{C57456F2-255C-3B25-DA0D-C7CCEE4091AA}"/>
                  </a:ext>
                </a:extLst>
              </p:cNvPr>
              <p:cNvSpPr/>
              <p:nvPr/>
            </p:nvSpPr>
            <p:spPr>
              <a:xfrm>
                <a:off x="2528472" y="4937211"/>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7" name="Freeform: Shape 516">
                <a:extLst>
                  <a:ext uri="{FF2B5EF4-FFF2-40B4-BE49-F238E27FC236}">
                    <a16:creationId xmlns:a16="http://schemas.microsoft.com/office/drawing/2014/main" id="{D2D6C0EB-4E11-02FE-B4AF-9AFB3293BA10}"/>
                  </a:ext>
                </a:extLst>
              </p:cNvPr>
              <p:cNvSpPr/>
              <p:nvPr/>
            </p:nvSpPr>
            <p:spPr>
              <a:xfrm>
                <a:off x="2312451" y="4909587"/>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8" name="Freeform: Shape 517">
                <a:extLst>
                  <a:ext uri="{FF2B5EF4-FFF2-40B4-BE49-F238E27FC236}">
                    <a16:creationId xmlns:a16="http://schemas.microsoft.com/office/drawing/2014/main" id="{50AD40D5-5D83-DAA7-DF3F-29DFECDCD750}"/>
                  </a:ext>
                </a:extLst>
              </p:cNvPr>
              <p:cNvSpPr/>
              <p:nvPr/>
            </p:nvSpPr>
            <p:spPr>
              <a:xfrm>
                <a:off x="2099711" y="4863123"/>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50" y="85097"/>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9" name="Freeform: Shape 518">
                <a:extLst>
                  <a:ext uri="{FF2B5EF4-FFF2-40B4-BE49-F238E27FC236}">
                    <a16:creationId xmlns:a16="http://schemas.microsoft.com/office/drawing/2014/main" id="{16108996-28C4-2469-7BF0-518154983F4C}"/>
                  </a:ext>
                </a:extLst>
              </p:cNvPr>
              <p:cNvSpPr/>
              <p:nvPr/>
            </p:nvSpPr>
            <p:spPr>
              <a:xfrm>
                <a:off x="1891839" y="4798454"/>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0" name="Freeform: Shape 519">
                <a:extLst>
                  <a:ext uri="{FF2B5EF4-FFF2-40B4-BE49-F238E27FC236}">
                    <a16:creationId xmlns:a16="http://schemas.microsoft.com/office/drawing/2014/main" id="{5CE18982-BBE4-DA15-9B4A-26F5E3E92FE6}"/>
                  </a:ext>
                </a:extLst>
              </p:cNvPr>
              <p:cNvSpPr/>
              <p:nvPr/>
            </p:nvSpPr>
            <p:spPr>
              <a:xfrm>
                <a:off x="1690424" y="471589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50" y="85096"/>
                      <a:pt x="0" y="66047"/>
                      <a:pt x="0" y="42548"/>
                    </a:cubicBezTo>
                    <a:cubicBezTo>
                      <a:pt x="0" y="19049"/>
                      <a:pt x="19050"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1" name="Freeform: Shape 520">
                <a:extLst>
                  <a:ext uri="{FF2B5EF4-FFF2-40B4-BE49-F238E27FC236}">
                    <a16:creationId xmlns:a16="http://schemas.microsoft.com/office/drawing/2014/main" id="{D9D6E0A4-40C5-9CE8-2C67-40F9CD561E30}"/>
                  </a:ext>
                </a:extLst>
              </p:cNvPr>
              <p:cNvSpPr/>
              <p:nvPr/>
            </p:nvSpPr>
            <p:spPr>
              <a:xfrm>
                <a:off x="1496840" y="461609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2" name="Freeform: Shape 521">
                <a:extLst>
                  <a:ext uri="{FF2B5EF4-FFF2-40B4-BE49-F238E27FC236}">
                    <a16:creationId xmlns:a16="http://schemas.microsoft.com/office/drawing/2014/main" id="{814EE325-089C-9C53-A22C-35774C3023DF}"/>
                  </a:ext>
                </a:extLst>
              </p:cNvPr>
              <p:cNvSpPr/>
              <p:nvPr/>
            </p:nvSpPr>
            <p:spPr>
              <a:xfrm>
                <a:off x="1312783" y="449977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3" name="Freeform: Shape 522">
                <a:extLst>
                  <a:ext uri="{FF2B5EF4-FFF2-40B4-BE49-F238E27FC236}">
                    <a16:creationId xmlns:a16="http://schemas.microsoft.com/office/drawing/2014/main" id="{841798E2-82E9-DFD5-F4AF-7E11B99CB9D9}"/>
                  </a:ext>
                </a:extLst>
              </p:cNvPr>
              <p:cNvSpPr/>
              <p:nvPr/>
            </p:nvSpPr>
            <p:spPr>
              <a:xfrm>
                <a:off x="1139521" y="4367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4" name="Freeform: Shape 523">
                <a:extLst>
                  <a:ext uri="{FF2B5EF4-FFF2-40B4-BE49-F238E27FC236}">
                    <a16:creationId xmlns:a16="http://schemas.microsoft.com/office/drawing/2014/main" id="{5FF049B1-91F3-B500-61DD-AD763144F52E}"/>
                  </a:ext>
                </a:extLst>
              </p:cNvPr>
              <p:cNvSpPr/>
              <p:nvPr/>
            </p:nvSpPr>
            <p:spPr>
              <a:xfrm>
                <a:off x="978431" y="4221409"/>
                <a:ext cx="85096" cy="85096"/>
              </a:xfrm>
              <a:custGeom>
                <a:avLst/>
                <a:gdLst>
                  <a:gd name="connsiteX0" fmla="*/ 85096 w 85096"/>
                  <a:gd name="connsiteY0" fmla="*/ 42548 h 85096"/>
                  <a:gd name="connsiteX1" fmla="*/ 42548 w 85096"/>
                  <a:gd name="connsiteY1" fmla="*/ 85097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5" name="Freeform: Shape 524">
                <a:extLst>
                  <a:ext uri="{FF2B5EF4-FFF2-40B4-BE49-F238E27FC236}">
                    <a16:creationId xmlns:a16="http://schemas.microsoft.com/office/drawing/2014/main" id="{CB3BE6C3-F76E-CA5F-FF16-4B7A5A5485CB}"/>
                  </a:ext>
                </a:extLst>
              </p:cNvPr>
              <p:cNvSpPr/>
              <p:nvPr/>
            </p:nvSpPr>
            <p:spPr>
              <a:xfrm>
                <a:off x="830677" y="406148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6" name="Freeform: Shape 525">
                <a:extLst>
                  <a:ext uri="{FF2B5EF4-FFF2-40B4-BE49-F238E27FC236}">
                    <a16:creationId xmlns:a16="http://schemas.microsoft.com/office/drawing/2014/main" id="{4F079338-6AA2-7A31-D831-6FAF90E47D23}"/>
                  </a:ext>
                </a:extLst>
              </p:cNvPr>
              <p:cNvSpPr/>
              <p:nvPr/>
            </p:nvSpPr>
            <p:spPr>
              <a:xfrm>
                <a:off x="697423" y="3889280"/>
                <a:ext cx="85096" cy="85096"/>
              </a:xfrm>
              <a:custGeom>
                <a:avLst/>
                <a:gdLst>
                  <a:gd name="connsiteX0" fmla="*/ 85096 w 85096"/>
                  <a:gd name="connsiteY0" fmla="*/ 42548 h 85096"/>
                  <a:gd name="connsiteX1" fmla="*/ 42548 w 85096"/>
                  <a:gd name="connsiteY1" fmla="*/ 85097 h 85096"/>
                  <a:gd name="connsiteX2" fmla="*/ 0 w 85096"/>
                  <a:gd name="connsiteY2" fmla="*/ 42549 h 85096"/>
                  <a:gd name="connsiteX3" fmla="*/ 42548 w 85096"/>
                  <a:gd name="connsiteY3" fmla="*/ 1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7"/>
                      <a:pt x="42548" y="85097"/>
                    </a:cubicBezTo>
                    <a:cubicBezTo>
                      <a:pt x="19049" y="85097"/>
                      <a:pt x="0" y="66047"/>
                      <a:pt x="0" y="42549"/>
                    </a:cubicBezTo>
                    <a:cubicBezTo>
                      <a:pt x="0" y="19050"/>
                      <a:pt x="19049" y="1"/>
                      <a:pt x="42548" y="1"/>
                    </a:cubicBezTo>
                    <a:cubicBezTo>
                      <a:pt x="66047" y="1"/>
                      <a:pt x="85096" y="19050"/>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7" name="Freeform: Shape 526">
                <a:extLst>
                  <a:ext uri="{FF2B5EF4-FFF2-40B4-BE49-F238E27FC236}">
                    <a16:creationId xmlns:a16="http://schemas.microsoft.com/office/drawing/2014/main" id="{522B5F21-7317-4E48-9EAB-2BCFF34308CA}"/>
                  </a:ext>
                </a:extLst>
              </p:cNvPr>
              <p:cNvSpPr/>
              <p:nvPr/>
            </p:nvSpPr>
            <p:spPr>
              <a:xfrm>
                <a:off x="579728" y="3706175"/>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8" name="Freeform: Shape 527">
                <a:extLst>
                  <a:ext uri="{FF2B5EF4-FFF2-40B4-BE49-F238E27FC236}">
                    <a16:creationId xmlns:a16="http://schemas.microsoft.com/office/drawing/2014/main" id="{0241B798-11EA-CF93-3DA0-084420F29D58}"/>
                  </a:ext>
                </a:extLst>
              </p:cNvPr>
              <p:cNvSpPr/>
              <p:nvPr/>
            </p:nvSpPr>
            <p:spPr>
              <a:xfrm>
                <a:off x="478333" y="351343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9" name="Freeform: Shape 528">
                <a:extLst>
                  <a:ext uri="{FF2B5EF4-FFF2-40B4-BE49-F238E27FC236}">
                    <a16:creationId xmlns:a16="http://schemas.microsoft.com/office/drawing/2014/main" id="{7E92D0A3-5C99-81F9-1229-A51DC8EA2F11}"/>
                  </a:ext>
                </a:extLst>
              </p:cNvPr>
              <p:cNvSpPr/>
              <p:nvPr/>
            </p:nvSpPr>
            <p:spPr>
              <a:xfrm>
                <a:off x="394189" y="3312658"/>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0" name="Freeform: Shape 529">
                <a:extLst>
                  <a:ext uri="{FF2B5EF4-FFF2-40B4-BE49-F238E27FC236}">
                    <a16:creationId xmlns:a16="http://schemas.microsoft.com/office/drawing/2014/main" id="{94D628FB-34FB-3424-DD30-050DE833FAAD}"/>
                  </a:ext>
                </a:extLst>
              </p:cNvPr>
              <p:cNvSpPr/>
              <p:nvPr/>
            </p:nvSpPr>
            <p:spPr>
              <a:xfrm>
                <a:off x="327827" y="3105210"/>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1" name="Freeform: Shape 530">
                <a:extLst>
                  <a:ext uri="{FF2B5EF4-FFF2-40B4-BE49-F238E27FC236}">
                    <a16:creationId xmlns:a16="http://schemas.microsoft.com/office/drawing/2014/main" id="{CCB4341B-2F63-D400-3948-E5FD0A6E885B}"/>
                  </a:ext>
                </a:extLst>
              </p:cNvPr>
              <p:cNvSpPr/>
              <p:nvPr/>
            </p:nvSpPr>
            <p:spPr>
              <a:xfrm>
                <a:off x="279775" y="2892893"/>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2" name="Freeform: Shape 531">
                <a:extLst>
                  <a:ext uri="{FF2B5EF4-FFF2-40B4-BE49-F238E27FC236}">
                    <a16:creationId xmlns:a16="http://schemas.microsoft.com/office/drawing/2014/main" id="{58BEC76D-F977-9D75-D0CD-E1BAC86F7463}"/>
                  </a:ext>
                </a:extLst>
              </p:cNvPr>
              <p:cNvSpPr/>
              <p:nvPr/>
            </p:nvSpPr>
            <p:spPr>
              <a:xfrm>
                <a:off x="250351" y="2677189"/>
                <a:ext cx="85096" cy="85096"/>
              </a:xfrm>
              <a:custGeom>
                <a:avLst/>
                <a:gdLst>
                  <a:gd name="connsiteX0" fmla="*/ 85096 w 85096"/>
                  <a:gd name="connsiteY0" fmla="*/ 42548 h 85096"/>
                  <a:gd name="connsiteX1" fmla="*/ 42548 w 85096"/>
                  <a:gd name="connsiteY1" fmla="*/ 85096 h 85096"/>
                  <a:gd name="connsiteX2" fmla="*/ 0 w 85096"/>
                  <a:gd name="connsiteY2" fmla="*/ 42548 h 85096"/>
                  <a:gd name="connsiteX3" fmla="*/ 42548 w 85096"/>
                  <a:gd name="connsiteY3" fmla="*/ 0 h 85096"/>
                  <a:gd name="connsiteX4" fmla="*/ 85096 w 85096"/>
                  <a:gd name="connsiteY4" fmla="*/ 42548 h 8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96" h="85096">
                    <a:moveTo>
                      <a:pt x="85096" y="42548"/>
                    </a:moveTo>
                    <a:cubicBezTo>
                      <a:pt x="85096" y="66047"/>
                      <a:pt x="66047" y="85096"/>
                      <a:pt x="42548" y="85096"/>
                    </a:cubicBezTo>
                    <a:cubicBezTo>
                      <a:pt x="19049" y="85096"/>
                      <a:pt x="0" y="66047"/>
                      <a:pt x="0" y="42548"/>
                    </a:cubicBezTo>
                    <a:cubicBezTo>
                      <a:pt x="0" y="19049"/>
                      <a:pt x="19049" y="0"/>
                      <a:pt x="42548" y="0"/>
                    </a:cubicBezTo>
                    <a:cubicBezTo>
                      <a:pt x="66047" y="0"/>
                      <a:pt x="85096" y="19049"/>
                      <a:pt x="85096" y="42548"/>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1" name="Graphic 9">
              <a:extLst>
                <a:ext uri="{FF2B5EF4-FFF2-40B4-BE49-F238E27FC236}">
                  <a16:creationId xmlns:a16="http://schemas.microsoft.com/office/drawing/2014/main" id="{E664604C-1B4C-EDBD-9488-5394FE7BC240}"/>
                </a:ext>
              </a:extLst>
            </p:cNvPr>
            <p:cNvGrpSpPr/>
            <p:nvPr/>
          </p:nvGrpSpPr>
          <p:grpSpPr>
            <a:xfrm>
              <a:off x="-973547" y="-974662"/>
              <a:ext cx="7175093" cy="7175093"/>
              <a:chOff x="28191" y="-260956"/>
              <a:chExt cx="5503731" cy="5503731"/>
            </a:xfrm>
            <a:solidFill>
              <a:schemeClr val="accent1">
                <a:lumMod val="20000"/>
                <a:lumOff val="80000"/>
                <a:alpha val="30000"/>
              </a:schemeClr>
            </a:solidFill>
          </p:grpSpPr>
          <p:sp>
            <p:nvSpPr>
              <p:cNvPr id="389" name="Freeform: Shape 388">
                <a:extLst>
                  <a:ext uri="{FF2B5EF4-FFF2-40B4-BE49-F238E27FC236}">
                    <a16:creationId xmlns:a16="http://schemas.microsoft.com/office/drawing/2014/main" id="{FE077ABD-AF6B-2B84-8CDE-B7203F19194C}"/>
                  </a:ext>
                </a:extLst>
              </p:cNvPr>
              <p:cNvSpPr/>
              <p:nvPr/>
            </p:nvSpPr>
            <p:spPr>
              <a:xfrm>
                <a:off x="28191" y="244476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0" name="Freeform: Shape 389">
                <a:extLst>
                  <a:ext uri="{FF2B5EF4-FFF2-40B4-BE49-F238E27FC236}">
                    <a16:creationId xmlns:a16="http://schemas.microsoft.com/office/drawing/2014/main" id="{8F6F0CF9-8F3E-6629-6EAF-7681A13D8BD8}"/>
                  </a:ext>
                </a:extLst>
              </p:cNvPr>
              <p:cNvSpPr/>
              <p:nvPr/>
            </p:nvSpPr>
            <p:spPr>
              <a:xfrm>
                <a:off x="38457" y="220916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1" name="Freeform: Shape 390">
                <a:extLst>
                  <a:ext uri="{FF2B5EF4-FFF2-40B4-BE49-F238E27FC236}">
                    <a16:creationId xmlns:a16="http://schemas.microsoft.com/office/drawing/2014/main" id="{4568EABE-710A-761E-5272-204A351D148D}"/>
                  </a:ext>
                </a:extLst>
              </p:cNvPr>
              <p:cNvSpPr/>
              <p:nvPr/>
            </p:nvSpPr>
            <p:spPr>
              <a:xfrm>
                <a:off x="69257" y="197525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2" name="Freeform: Shape 391">
                <a:extLst>
                  <a:ext uri="{FF2B5EF4-FFF2-40B4-BE49-F238E27FC236}">
                    <a16:creationId xmlns:a16="http://schemas.microsoft.com/office/drawing/2014/main" id="{76E37F8B-DF42-643B-A6D8-C82FC3BEE2E0}"/>
                  </a:ext>
                </a:extLst>
              </p:cNvPr>
              <p:cNvSpPr/>
              <p:nvPr/>
            </p:nvSpPr>
            <p:spPr>
              <a:xfrm>
                <a:off x="120272" y="17449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3" name="Freeform: Shape 392">
                <a:extLst>
                  <a:ext uri="{FF2B5EF4-FFF2-40B4-BE49-F238E27FC236}">
                    <a16:creationId xmlns:a16="http://schemas.microsoft.com/office/drawing/2014/main" id="{7BA46296-FF51-337F-CCCE-9AB156D459A2}"/>
                  </a:ext>
                </a:extLst>
              </p:cNvPr>
              <p:cNvSpPr/>
              <p:nvPr/>
            </p:nvSpPr>
            <p:spPr>
              <a:xfrm>
                <a:off x="191080" y="152002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4" name="Freeform: Shape 393">
                <a:extLst>
                  <a:ext uri="{FF2B5EF4-FFF2-40B4-BE49-F238E27FC236}">
                    <a16:creationId xmlns:a16="http://schemas.microsoft.com/office/drawing/2014/main" id="{B45B993E-700B-1826-9C19-AEC9EEAFBFAF}"/>
                  </a:ext>
                </a:extLst>
              </p:cNvPr>
              <p:cNvSpPr/>
              <p:nvPr/>
            </p:nvSpPr>
            <p:spPr>
              <a:xfrm>
                <a:off x="281362" y="130199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5" name="Freeform: Shape 394">
                <a:extLst>
                  <a:ext uri="{FF2B5EF4-FFF2-40B4-BE49-F238E27FC236}">
                    <a16:creationId xmlns:a16="http://schemas.microsoft.com/office/drawing/2014/main" id="{F407652C-DC04-F4C2-8A45-D1E34C149629}"/>
                  </a:ext>
                </a:extLst>
              </p:cNvPr>
              <p:cNvSpPr/>
              <p:nvPr/>
            </p:nvSpPr>
            <p:spPr>
              <a:xfrm>
                <a:off x="390167" y="109274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6" name="Freeform: Shape 395">
                <a:extLst>
                  <a:ext uri="{FF2B5EF4-FFF2-40B4-BE49-F238E27FC236}">
                    <a16:creationId xmlns:a16="http://schemas.microsoft.com/office/drawing/2014/main" id="{2A2D1458-042E-D58C-3D5D-8334338F2B1F}"/>
                  </a:ext>
                </a:extLst>
              </p:cNvPr>
              <p:cNvSpPr/>
              <p:nvPr/>
            </p:nvSpPr>
            <p:spPr>
              <a:xfrm>
                <a:off x="516859" y="8937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7" name="Freeform: Shape 396">
                <a:extLst>
                  <a:ext uri="{FF2B5EF4-FFF2-40B4-BE49-F238E27FC236}">
                    <a16:creationId xmlns:a16="http://schemas.microsoft.com/office/drawing/2014/main" id="{25345268-A32D-6997-FD33-6BB92E1F8CC0}"/>
                  </a:ext>
                </a:extLst>
              </p:cNvPr>
              <p:cNvSpPr/>
              <p:nvPr/>
            </p:nvSpPr>
            <p:spPr>
              <a:xfrm>
                <a:off x="660273" y="70653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8" name="Freeform: Shape 397">
                <a:extLst>
                  <a:ext uri="{FF2B5EF4-FFF2-40B4-BE49-F238E27FC236}">
                    <a16:creationId xmlns:a16="http://schemas.microsoft.com/office/drawing/2014/main" id="{17EE3BB6-8874-DFB6-9F46-958160DEDE25}"/>
                  </a:ext>
                </a:extLst>
              </p:cNvPr>
              <p:cNvSpPr/>
              <p:nvPr/>
            </p:nvSpPr>
            <p:spPr>
              <a:xfrm>
                <a:off x="819564" y="53263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9" name="Freeform: Shape 398">
                <a:extLst>
                  <a:ext uri="{FF2B5EF4-FFF2-40B4-BE49-F238E27FC236}">
                    <a16:creationId xmlns:a16="http://schemas.microsoft.com/office/drawing/2014/main" id="{6A100300-3627-BA34-0D5B-7E3AAEEADD30}"/>
                  </a:ext>
                </a:extLst>
              </p:cNvPr>
              <p:cNvSpPr/>
              <p:nvPr/>
            </p:nvSpPr>
            <p:spPr>
              <a:xfrm>
                <a:off x="993355" y="37313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0" name="Freeform: Shape 399">
                <a:extLst>
                  <a:ext uri="{FF2B5EF4-FFF2-40B4-BE49-F238E27FC236}">
                    <a16:creationId xmlns:a16="http://schemas.microsoft.com/office/drawing/2014/main" id="{460DABE1-4DA7-735F-8F0A-3157F59E9138}"/>
                  </a:ext>
                </a:extLst>
              </p:cNvPr>
              <p:cNvSpPr/>
              <p:nvPr/>
            </p:nvSpPr>
            <p:spPr>
              <a:xfrm>
                <a:off x="1180482" y="22940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1" name="Freeform: Shape 400">
                <a:extLst>
                  <a:ext uri="{FF2B5EF4-FFF2-40B4-BE49-F238E27FC236}">
                    <a16:creationId xmlns:a16="http://schemas.microsoft.com/office/drawing/2014/main" id="{921148C8-9FDA-76A1-5135-8A18A9424E9C}"/>
                  </a:ext>
                </a:extLst>
              </p:cNvPr>
              <p:cNvSpPr/>
              <p:nvPr/>
            </p:nvSpPr>
            <p:spPr>
              <a:xfrm>
                <a:off x="1379251" y="10250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2" name="Freeform: Shape 401">
                <a:extLst>
                  <a:ext uri="{FF2B5EF4-FFF2-40B4-BE49-F238E27FC236}">
                    <a16:creationId xmlns:a16="http://schemas.microsoft.com/office/drawing/2014/main" id="{235F94B5-2E6E-9421-E873-D28AB21C0535}"/>
                  </a:ext>
                </a:extLst>
              </p:cNvPr>
              <p:cNvSpPr/>
              <p:nvPr/>
            </p:nvSpPr>
            <p:spPr>
              <a:xfrm>
                <a:off x="1588393" y="-651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3" name="Freeform: Shape 402">
                <a:extLst>
                  <a:ext uri="{FF2B5EF4-FFF2-40B4-BE49-F238E27FC236}">
                    <a16:creationId xmlns:a16="http://schemas.microsoft.com/office/drawing/2014/main" id="{57DEE153-29BA-C770-F1E4-54329121A42E}"/>
                  </a:ext>
                </a:extLst>
              </p:cNvPr>
              <p:cNvSpPr/>
              <p:nvPr/>
            </p:nvSpPr>
            <p:spPr>
              <a:xfrm>
                <a:off x="1806214" y="-9700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4" name="Freeform: Shape 403">
                <a:extLst>
                  <a:ext uri="{FF2B5EF4-FFF2-40B4-BE49-F238E27FC236}">
                    <a16:creationId xmlns:a16="http://schemas.microsoft.com/office/drawing/2014/main" id="{08642E47-2929-1DED-71F8-81718B1159E8}"/>
                  </a:ext>
                </a:extLst>
              </p:cNvPr>
              <p:cNvSpPr/>
              <p:nvPr/>
            </p:nvSpPr>
            <p:spPr>
              <a:xfrm>
                <a:off x="2031126" y="-1681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5" name="Freeform: Shape 404">
                <a:extLst>
                  <a:ext uri="{FF2B5EF4-FFF2-40B4-BE49-F238E27FC236}">
                    <a16:creationId xmlns:a16="http://schemas.microsoft.com/office/drawing/2014/main" id="{062CC6A8-8EF0-C73E-E891-398F1E1E53D0}"/>
                  </a:ext>
                </a:extLst>
              </p:cNvPr>
              <p:cNvSpPr/>
              <p:nvPr/>
            </p:nvSpPr>
            <p:spPr>
              <a:xfrm>
                <a:off x="2261436" y="-2193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6" name="Freeform: Shape 405">
                <a:extLst>
                  <a:ext uri="{FF2B5EF4-FFF2-40B4-BE49-F238E27FC236}">
                    <a16:creationId xmlns:a16="http://schemas.microsoft.com/office/drawing/2014/main" id="{22F5FE3F-E315-32C2-82C9-A8CF569E8BBD}"/>
                  </a:ext>
                </a:extLst>
              </p:cNvPr>
              <p:cNvSpPr/>
              <p:nvPr/>
            </p:nvSpPr>
            <p:spPr>
              <a:xfrm>
                <a:off x="2495238" y="-25047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7" name="Freeform: Shape 406">
                <a:extLst>
                  <a:ext uri="{FF2B5EF4-FFF2-40B4-BE49-F238E27FC236}">
                    <a16:creationId xmlns:a16="http://schemas.microsoft.com/office/drawing/2014/main" id="{F455103E-C3CA-A46B-888A-8A41F45E5E49}"/>
                  </a:ext>
                </a:extLst>
              </p:cNvPr>
              <p:cNvSpPr/>
              <p:nvPr/>
            </p:nvSpPr>
            <p:spPr>
              <a:xfrm>
                <a:off x="2730840" y="-2609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8" name="Freeform: Shape 407">
                <a:extLst>
                  <a:ext uri="{FF2B5EF4-FFF2-40B4-BE49-F238E27FC236}">
                    <a16:creationId xmlns:a16="http://schemas.microsoft.com/office/drawing/2014/main" id="{6CDF1567-038B-A511-624E-28619D8522D8}"/>
                  </a:ext>
                </a:extLst>
              </p:cNvPr>
              <p:cNvSpPr/>
              <p:nvPr/>
            </p:nvSpPr>
            <p:spPr>
              <a:xfrm>
                <a:off x="2966548" y="-25100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9" name="Freeform: Shape 408">
                <a:extLst>
                  <a:ext uri="{FF2B5EF4-FFF2-40B4-BE49-F238E27FC236}">
                    <a16:creationId xmlns:a16="http://schemas.microsoft.com/office/drawing/2014/main" id="{0F37F1F1-CF0E-2C7C-822A-4A3D281C973D}"/>
                  </a:ext>
                </a:extLst>
              </p:cNvPr>
              <p:cNvSpPr/>
              <p:nvPr/>
            </p:nvSpPr>
            <p:spPr>
              <a:xfrm>
                <a:off x="3200457" y="-22041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0" name="Freeform: Shape 409">
                <a:extLst>
                  <a:ext uri="{FF2B5EF4-FFF2-40B4-BE49-F238E27FC236}">
                    <a16:creationId xmlns:a16="http://schemas.microsoft.com/office/drawing/2014/main" id="{B28EFB88-A8F3-943A-BE2A-722C69B06C17}"/>
                  </a:ext>
                </a:extLst>
              </p:cNvPr>
              <p:cNvSpPr/>
              <p:nvPr/>
            </p:nvSpPr>
            <p:spPr>
              <a:xfrm>
                <a:off x="3430767" y="-1697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1" name="Freeform: Shape 410">
                <a:extLst>
                  <a:ext uri="{FF2B5EF4-FFF2-40B4-BE49-F238E27FC236}">
                    <a16:creationId xmlns:a16="http://schemas.microsoft.com/office/drawing/2014/main" id="{6813145E-F8BF-DBBB-949B-FCEDD199C845}"/>
                  </a:ext>
                </a:extLst>
              </p:cNvPr>
              <p:cNvSpPr/>
              <p:nvPr/>
            </p:nvSpPr>
            <p:spPr>
              <a:xfrm>
                <a:off x="3655785" y="-991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2" name="Freeform: Shape 411">
                <a:extLst>
                  <a:ext uri="{FF2B5EF4-FFF2-40B4-BE49-F238E27FC236}">
                    <a16:creationId xmlns:a16="http://schemas.microsoft.com/office/drawing/2014/main" id="{E38FBD8B-0617-EAC4-1EDC-F73048FC11BE}"/>
                  </a:ext>
                </a:extLst>
              </p:cNvPr>
              <p:cNvSpPr/>
              <p:nvPr/>
            </p:nvSpPr>
            <p:spPr>
              <a:xfrm>
                <a:off x="3873817" y="-91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3" name="Freeform: Shape 412">
                <a:extLst>
                  <a:ext uri="{FF2B5EF4-FFF2-40B4-BE49-F238E27FC236}">
                    <a16:creationId xmlns:a16="http://schemas.microsoft.com/office/drawing/2014/main" id="{7D6CBD65-E218-49C9-FE9F-FF4680E14C33}"/>
                  </a:ext>
                </a:extLst>
              </p:cNvPr>
              <p:cNvSpPr/>
              <p:nvPr/>
            </p:nvSpPr>
            <p:spPr>
              <a:xfrm>
                <a:off x="4083277" y="994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4" name="Freeform: Shape 413">
                <a:extLst>
                  <a:ext uri="{FF2B5EF4-FFF2-40B4-BE49-F238E27FC236}">
                    <a16:creationId xmlns:a16="http://schemas.microsoft.com/office/drawing/2014/main" id="{E64EFB56-1AFB-E67A-3E02-FEC2A10FAE10}"/>
                  </a:ext>
                </a:extLst>
              </p:cNvPr>
              <p:cNvSpPr/>
              <p:nvPr/>
            </p:nvSpPr>
            <p:spPr>
              <a:xfrm>
                <a:off x="4282364" y="2259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5" name="Freeform: Shape 414">
                <a:extLst>
                  <a:ext uri="{FF2B5EF4-FFF2-40B4-BE49-F238E27FC236}">
                    <a16:creationId xmlns:a16="http://schemas.microsoft.com/office/drawing/2014/main" id="{825BC69D-1C29-CF6E-2C4A-3B4CF958B482}"/>
                  </a:ext>
                </a:extLst>
              </p:cNvPr>
              <p:cNvSpPr/>
              <p:nvPr/>
            </p:nvSpPr>
            <p:spPr>
              <a:xfrm>
                <a:off x="4469702" y="36922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6" name="Freeform: Shape 415">
                <a:extLst>
                  <a:ext uri="{FF2B5EF4-FFF2-40B4-BE49-F238E27FC236}">
                    <a16:creationId xmlns:a16="http://schemas.microsoft.com/office/drawing/2014/main" id="{2C5605F5-21C7-2F91-0506-C637F7A4613C}"/>
                  </a:ext>
                </a:extLst>
              </p:cNvPr>
              <p:cNvSpPr/>
              <p:nvPr/>
            </p:nvSpPr>
            <p:spPr>
              <a:xfrm>
                <a:off x="4643916" y="5282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7" name="Freeform: Shape 416">
                <a:extLst>
                  <a:ext uri="{FF2B5EF4-FFF2-40B4-BE49-F238E27FC236}">
                    <a16:creationId xmlns:a16="http://schemas.microsoft.com/office/drawing/2014/main" id="{75A9B7B6-FEE0-82EC-AA96-13AFE1839806}"/>
                  </a:ext>
                </a:extLst>
              </p:cNvPr>
              <p:cNvSpPr/>
              <p:nvPr/>
            </p:nvSpPr>
            <p:spPr>
              <a:xfrm>
                <a:off x="4803525" y="70187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8" name="Freeform: Shape 417">
                <a:extLst>
                  <a:ext uri="{FF2B5EF4-FFF2-40B4-BE49-F238E27FC236}">
                    <a16:creationId xmlns:a16="http://schemas.microsoft.com/office/drawing/2014/main" id="{3CAA59DF-F420-D797-1834-4BA0B27DF14D}"/>
                  </a:ext>
                </a:extLst>
              </p:cNvPr>
              <p:cNvSpPr/>
              <p:nvPr/>
            </p:nvSpPr>
            <p:spPr>
              <a:xfrm>
                <a:off x="4947468" y="88879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9" name="Freeform: Shape 418">
                <a:extLst>
                  <a:ext uri="{FF2B5EF4-FFF2-40B4-BE49-F238E27FC236}">
                    <a16:creationId xmlns:a16="http://schemas.microsoft.com/office/drawing/2014/main" id="{8F86420D-E948-1B5B-61FC-2CEC82811D39}"/>
                  </a:ext>
                </a:extLst>
              </p:cNvPr>
              <p:cNvSpPr/>
              <p:nvPr/>
            </p:nvSpPr>
            <p:spPr>
              <a:xfrm>
                <a:off x="5074583" y="108745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0" name="Freeform: Shape 419">
                <a:extLst>
                  <a:ext uri="{FF2B5EF4-FFF2-40B4-BE49-F238E27FC236}">
                    <a16:creationId xmlns:a16="http://schemas.microsoft.com/office/drawing/2014/main" id="{46C8D090-E744-476D-E873-47291C3E25E9}"/>
                  </a:ext>
                </a:extLst>
              </p:cNvPr>
              <p:cNvSpPr/>
              <p:nvPr/>
            </p:nvSpPr>
            <p:spPr>
              <a:xfrm>
                <a:off x="5183917" y="129649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1" name="Freeform: Shape 420">
                <a:extLst>
                  <a:ext uri="{FF2B5EF4-FFF2-40B4-BE49-F238E27FC236}">
                    <a16:creationId xmlns:a16="http://schemas.microsoft.com/office/drawing/2014/main" id="{98FC0D85-71F0-6F9D-B3C7-9C1EF818E18D}"/>
                  </a:ext>
                </a:extLst>
              </p:cNvPr>
              <p:cNvSpPr/>
              <p:nvPr/>
            </p:nvSpPr>
            <p:spPr>
              <a:xfrm>
                <a:off x="5274623" y="151420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0"/>
                      <a:pt x="20660"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2" name="Freeform: Shape 421">
                <a:extLst>
                  <a:ext uri="{FF2B5EF4-FFF2-40B4-BE49-F238E27FC236}">
                    <a16:creationId xmlns:a16="http://schemas.microsoft.com/office/drawing/2014/main" id="{F1DFFFE5-D09C-259A-003C-1186ECED3757}"/>
                  </a:ext>
                </a:extLst>
              </p:cNvPr>
              <p:cNvSpPr/>
              <p:nvPr/>
            </p:nvSpPr>
            <p:spPr>
              <a:xfrm>
                <a:off x="5345960" y="1739014"/>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3" name="Freeform: Shape 422">
                <a:extLst>
                  <a:ext uri="{FF2B5EF4-FFF2-40B4-BE49-F238E27FC236}">
                    <a16:creationId xmlns:a16="http://schemas.microsoft.com/office/drawing/2014/main" id="{8C63339D-CE7A-CBEB-A17D-3DDA9F1E2F4A}"/>
                  </a:ext>
                </a:extLst>
              </p:cNvPr>
              <p:cNvSpPr/>
              <p:nvPr/>
            </p:nvSpPr>
            <p:spPr>
              <a:xfrm>
                <a:off x="5397504" y="1969218"/>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4" name="Freeform: Shape 423">
                <a:extLst>
                  <a:ext uri="{FF2B5EF4-FFF2-40B4-BE49-F238E27FC236}">
                    <a16:creationId xmlns:a16="http://schemas.microsoft.com/office/drawing/2014/main" id="{FA7E6C5D-9B9B-B8CC-7F85-AB0FB80FD8F2}"/>
                  </a:ext>
                </a:extLst>
              </p:cNvPr>
              <p:cNvSpPr/>
              <p:nvPr/>
            </p:nvSpPr>
            <p:spPr>
              <a:xfrm>
                <a:off x="5428833" y="220302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5" name="Freeform: Shape 424">
                <a:extLst>
                  <a:ext uri="{FF2B5EF4-FFF2-40B4-BE49-F238E27FC236}">
                    <a16:creationId xmlns:a16="http://schemas.microsoft.com/office/drawing/2014/main" id="{D9E8D69C-5217-863E-318B-37338083FC41}"/>
                  </a:ext>
                </a:extLst>
              </p:cNvPr>
              <p:cNvSpPr/>
              <p:nvPr/>
            </p:nvSpPr>
            <p:spPr>
              <a:xfrm>
                <a:off x="5439629" y="2438623"/>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6" name="Freeform: Shape 425">
                <a:extLst>
                  <a:ext uri="{FF2B5EF4-FFF2-40B4-BE49-F238E27FC236}">
                    <a16:creationId xmlns:a16="http://schemas.microsoft.com/office/drawing/2014/main" id="{F1B73DD8-25FE-066B-54A9-1D0B3CB3D5CD}"/>
                  </a:ext>
                </a:extLst>
              </p:cNvPr>
              <p:cNvSpPr/>
              <p:nvPr/>
            </p:nvSpPr>
            <p:spPr>
              <a:xfrm>
                <a:off x="5429892" y="2674331"/>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7" name="Freeform: Shape 426">
                <a:extLst>
                  <a:ext uri="{FF2B5EF4-FFF2-40B4-BE49-F238E27FC236}">
                    <a16:creationId xmlns:a16="http://schemas.microsoft.com/office/drawing/2014/main" id="{FD0455B8-AC85-E6B5-1DD3-C6B9C9F9ADFE}"/>
                  </a:ext>
                </a:extLst>
              </p:cNvPr>
              <p:cNvSpPr/>
              <p:nvPr/>
            </p:nvSpPr>
            <p:spPr>
              <a:xfrm>
                <a:off x="5399621" y="2908240"/>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0" y="92293"/>
                      <a:pt x="0" y="71633"/>
                      <a:pt x="0" y="46147"/>
                    </a:cubicBezTo>
                    <a:cubicBezTo>
                      <a:pt x="0" y="20661"/>
                      <a:pt x="20660"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8" name="Freeform: Shape 427">
                <a:extLst>
                  <a:ext uri="{FF2B5EF4-FFF2-40B4-BE49-F238E27FC236}">
                    <a16:creationId xmlns:a16="http://schemas.microsoft.com/office/drawing/2014/main" id="{D8247FB2-253E-518B-5862-104439791EC7}"/>
                  </a:ext>
                </a:extLst>
              </p:cNvPr>
              <p:cNvSpPr/>
              <p:nvPr/>
            </p:nvSpPr>
            <p:spPr>
              <a:xfrm>
                <a:off x="5349135" y="313865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9" name="Freeform: Shape 428">
                <a:extLst>
                  <a:ext uri="{FF2B5EF4-FFF2-40B4-BE49-F238E27FC236}">
                    <a16:creationId xmlns:a16="http://schemas.microsoft.com/office/drawing/2014/main" id="{CE5624D2-2424-A0EB-99D0-19555180F748}"/>
                  </a:ext>
                </a:extLst>
              </p:cNvPr>
              <p:cNvSpPr/>
              <p:nvPr/>
            </p:nvSpPr>
            <p:spPr>
              <a:xfrm>
                <a:off x="5278856" y="336377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0" name="Freeform: Shape 429">
                <a:extLst>
                  <a:ext uri="{FF2B5EF4-FFF2-40B4-BE49-F238E27FC236}">
                    <a16:creationId xmlns:a16="http://schemas.microsoft.com/office/drawing/2014/main" id="{752EE1CA-337F-FFE8-E40B-073FB7ED0897}"/>
                  </a:ext>
                </a:extLst>
              </p:cNvPr>
              <p:cNvSpPr/>
              <p:nvPr/>
            </p:nvSpPr>
            <p:spPr>
              <a:xfrm>
                <a:off x="5189103" y="3581917"/>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1" name="Freeform: Shape 430">
                <a:extLst>
                  <a:ext uri="{FF2B5EF4-FFF2-40B4-BE49-F238E27FC236}">
                    <a16:creationId xmlns:a16="http://schemas.microsoft.com/office/drawing/2014/main" id="{2C953296-BFB1-348C-0A0E-A615430F7935}"/>
                  </a:ext>
                </a:extLst>
              </p:cNvPr>
              <p:cNvSpPr/>
              <p:nvPr/>
            </p:nvSpPr>
            <p:spPr>
              <a:xfrm>
                <a:off x="5080722" y="3791483"/>
                <a:ext cx="92293" cy="92293"/>
              </a:xfrm>
              <a:custGeom>
                <a:avLst/>
                <a:gdLst>
                  <a:gd name="connsiteX0" fmla="*/ 92294 w 92293"/>
                  <a:gd name="connsiteY0" fmla="*/ 46147 h 92293"/>
                  <a:gd name="connsiteX1" fmla="*/ 46147 w 92293"/>
                  <a:gd name="connsiteY1" fmla="*/ 92293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1" y="71633"/>
                      <a:pt x="1" y="46147"/>
                    </a:cubicBezTo>
                    <a:cubicBezTo>
                      <a:pt x="1" y="20660"/>
                      <a:pt x="20661" y="0"/>
                      <a:pt x="46147" y="0"/>
                    </a:cubicBezTo>
                    <a:cubicBezTo>
                      <a:pt x="71633" y="0"/>
                      <a:pt x="92294" y="20660"/>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2" name="Freeform: Shape 431">
                <a:extLst>
                  <a:ext uri="{FF2B5EF4-FFF2-40B4-BE49-F238E27FC236}">
                    <a16:creationId xmlns:a16="http://schemas.microsoft.com/office/drawing/2014/main" id="{77E46E8A-ECAE-8B68-1D6D-8C95B546054F}"/>
                  </a:ext>
                </a:extLst>
              </p:cNvPr>
              <p:cNvSpPr/>
              <p:nvPr/>
            </p:nvSpPr>
            <p:spPr>
              <a:xfrm>
                <a:off x="4954560" y="399067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3" name="Freeform: Shape 432">
                <a:extLst>
                  <a:ext uri="{FF2B5EF4-FFF2-40B4-BE49-F238E27FC236}">
                    <a16:creationId xmlns:a16="http://schemas.microsoft.com/office/drawing/2014/main" id="{FCB6FD99-613C-6C37-7D3D-3D61468A564F}"/>
                  </a:ext>
                </a:extLst>
              </p:cNvPr>
              <p:cNvSpPr/>
              <p:nvPr/>
            </p:nvSpPr>
            <p:spPr>
              <a:xfrm>
                <a:off x="4811463" y="4178226"/>
                <a:ext cx="92293" cy="92293"/>
              </a:xfrm>
              <a:custGeom>
                <a:avLst/>
                <a:gdLst>
                  <a:gd name="connsiteX0" fmla="*/ 92294 w 92293"/>
                  <a:gd name="connsiteY0" fmla="*/ 46147 h 92293"/>
                  <a:gd name="connsiteX1" fmla="*/ 46147 w 92293"/>
                  <a:gd name="connsiteY1" fmla="*/ 92294 h 92293"/>
                  <a:gd name="connsiteX2" fmla="*/ 1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4"/>
                      <a:pt x="46147" y="92294"/>
                    </a:cubicBezTo>
                    <a:cubicBezTo>
                      <a:pt x="20661" y="92294"/>
                      <a:pt x="1" y="71633"/>
                      <a:pt x="1" y="46147"/>
                    </a:cubicBezTo>
                    <a:cubicBezTo>
                      <a:pt x="1"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4" name="Freeform: Shape 433">
                <a:extLst>
                  <a:ext uri="{FF2B5EF4-FFF2-40B4-BE49-F238E27FC236}">
                    <a16:creationId xmlns:a16="http://schemas.microsoft.com/office/drawing/2014/main" id="{00DE055B-B80F-0CF4-8DF7-BF57E15882D7}"/>
                  </a:ext>
                </a:extLst>
              </p:cNvPr>
              <p:cNvSpPr/>
              <p:nvPr/>
            </p:nvSpPr>
            <p:spPr>
              <a:xfrm>
                <a:off x="4652595" y="4352546"/>
                <a:ext cx="92293" cy="92293"/>
              </a:xfrm>
              <a:custGeom>
                <a:avLst/>
                <a:gdLst>
                  <a:gd name="connsiteX0" fmla="*/ 92294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4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4" y="46147"/>
                    </a:moveTo>
                    <a:cubicBezTo>
                      <a:pt x="92294" y="71633"/>
                      <a:pt x="71633" y="92293"/>
                      <a:pt x="46147" y="92293"/>
                    </a:cubicBezTo>
                    <a:cubicBezTo>
                      <a:pt x="20661" y="92293"/>
                      <a:pt x="0" y="71633"/>
                      <a:pt x="0" y="46147"/>
                    </a:cubicBezTo>
                    <a:cubicBezTo>
                      <a:pt x="0" y="20661"/>
                      <a:pt x="20661" y="0"/>
                      <a:pt x="46147" y="0"/>
                    </a:cubicBezTo>
                    <a:cubicBezTo>
                      <a:pt x="71633" y="0"/>
                      <a:pt x="92294" y="20661"/>
                      <a:pt x="92294"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5" name="Freeform: Shape 434">
                <a:extLst>
                  <a:ext uri="{FF2B5EF4-FFF2-40B4-BE49-F238E27FC236}">
                    <a16:creationId xmlns:a16="http://schemas.microsoft.com/office/drawing/2014/main" id="{71F684FF-B03C-4473-9BFF-D39BDA01CD94}"/>
                  </a:ext>
                </a:extLst>
              </p:cNvPr>
              <p:cNvSpPr/>
              <p:nvPr/>
            </p:nvSpPr>
            <p:spPr>
              <a:xfrm>
                <a:off x="4479122" y="451247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6" name="Freeform: Shape 435">
                <a:extLst>
                  <a:ext uri="{FF2B5EF4-FFF2-40B4-BE49-F238E27FC236}">
                    <a16:creationId xmlns:a16="http://schemas.microsoft.com/office/drawing/2014/main" id="{F57FAE24-A924-6B9B-F60F-A72BEC02D642}"/>
                  </a:ext>
                </a:extLst>
              </p:cNvPr>
              <p:cNvSpPr/>
              <p:nvPr/>
            </p:nvSpPr>
            <p:spPr>
              <a:xfrm>
                <a:off x="4292418" y="4656627"/>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7" name="Freeform: Shape 436">
                <a:extLst>
                  <a:ext uri="{FF2B5EF4-FFF2-40B4-BE49-F238E27FC236}">
                    <a16:creationId xmlns:a16="http://schemas.microsoft.com/office/drawing/2014/main" id="{1E170096-3009-CB6A-4FB4-0EEFD37D4693}"/>
                  </a:ext>
                </a:extLst>
              </p:cNvPr>
              <p:cNvSpPr/>
              <p:nvPr/>
            </p:nvSpPr>
            <p:spPr>
              <a:xfrm>
                <a:off x="4093861" y="478395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8" name="Freeform: Shape 437">
                <a:extLst>
                  <a:ext uri="{FF2B5EF4-FFF2-40B4-BE49-F238E27FC236}">
                    <a16:creationId xmlns:a16="http://schemas.microsoft.com/office/drawing/2014/main" id="{D7B20EE3-241E-98F4-90A1-5D6C397802D3}"/>
                  </a:ext>
                </a:extLst>
              </p:cNvPr>
              <p:cNvSpPr/>
              <p:nvPr/>
            </p:nvSpPr>
            <p:spPr>
              <a:xfrm>
                <a:off x="3884931" y="489349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9" name="Freeform: Shape 438">
                <a:extLst>
                  <a:ext uri="{FF2B5EF4-FFF2-40B4-BE49-F238E27FC236}">
                    <a16:creationId xmlns:a16="http://schemas.microsoft.com/office/drawing/2014/main" id="{41B448A0-8124-7B2F-D3D1-07D1BD432A11}"/>
                  </a:ext>
                </a:extLst>
              </p:cNvPr>
              <p:cNvSpPr/>
              <p:nvPr/>
            </p:nvSpPr>
            <p:spPr>
              <a:xfrm>
                <a:off x="3667322" y="498441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0" name="Freeform: Shape 439">
                <a:extLst>
                  <a:ext uri="{FF2B5EF4-FFF2-40B4-BE49-F238E27FC236}">
                    <a16:creationId xmlns:a16="http://schemas.microsoft.com/office/drawing/2014/main" id="{E5ECD654-EC72-B4B6-78A5-C62B2D09187E}"/>
                  </a:ext>
                </a:extLst>
              </p:cNvPr>
              <p:cNvSpPr/>
              <p:nvPr/>
            </p:nvSpPr>
            <p:spPr>
              <a:xfrm>
                <a:off x="3442621" y="505607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1" name="Freeform: Shape 440">
                <a:extLst>
                  <a:ext uri="{FF2B5EF4-FFF2-40B4-BE49-F238E27FC236}">
                    <a16:creationId xmlns:a16="http://schemas.microsoft.com/office/drawing/2014/main" id="{1B4645F6-A286-D9A1-DB07-6BB1F1321611}"/>
                  </a:ext>
                </a:extLst>
              </p:cNvPr>
              <p:cNvSpPr/>
              <p:nvPr/>
            </p:nvSpPr>
            <p:spPr>
              <a:xfrm>
                <a:off x="3212523" y="510782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2" name="Freeform: Shape 441">
                <a:extLst>
                  <a:ext uri="{FF2B5EF4-FFF2-40B4-BE49-F238E27FC236}">
                    <a16:creationId xmlns:a16="http://schemas.microsoft.com/office/drawing/2014/main" id="{3432F275-0E69-41C5-42F0-1F4E503DA6F0}"/>
                  </a:ext>
                </a:extLst>
              </p:cNvPr>
              <p:cNvSpPr/>
              <p:nvPr/>
            </p:nvSpPr>
            <p:spPr>
              <a:xfrm>
                <a:off x="2978720" y="513936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3" name="Freeform: Shape 442">
                <a:extLst>
                  <a:ext uri="{FF2B5EF4-FFF2-40B4-BE49-F238E27FC236}">
                    <a16:creationId xmlns:a16="http://schemas.microsoft.com/office/drawing/2014/main" id="{F78AE7B3-E39E-FC36-5127-5F750CC63A65}"/>
                  </a:ext>
                </a:extLst>
              </p:cNvPr>
              <p:cNvSpPr/>
              <p:nvPr/>
            </p:nvSpPr>
            <p:spPr>
              <a:xfrm>
                <a:off x="2743118" y="515048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4" name="Freeform: Shape 443">
                <a:extLst>
                  <a:ext uri="{FF2B5EF4-FFF2-40B4-BE49-F238E27FC236}">
                    <a16:creationId xmlns:a16="http://schemas.microsoft.com/office/drawing/2014/main" id="{B247233D-59B4-8787-4F14-39D78A4F659C}"/>
                  </a:ext>
                </a:extLst>
              </p:cNvPr>
              <p:cNvSpPr/>
              <p:nvPr/>
            </p:nvSpPr>
            <p:spPr>
              <a:xfrm>
                <a:off x="2507410" y="514106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5" name="Freeform: Shape 444">
                <a:extLst>
                  <a:ext uri="{FF2B5EF4-FFF2-40B4-BE49-F238E27FC236}">
                    <a16:creationId xmlns:a16="http://schemas.microsoft.com/office/drawing/2014/main" id="{6A545243-0611-D9D0-0314-11F6CBE720E7}"/>
                  </a:ext>
                </a:extLst>
              </p:cNvPr>
              <p:cNvSpPr/>
              <p:nvPr/>
            </p:nvSpPr>
            <p:spPr>
              <a:xfrm>
                <a:off x="2273502" y="5111002"/>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6" name="Freeform: Shape 445">
                <a:extLst>
                  <a:ext uri="{FF2B5EF4-FFF2-40B4-BE49-F238E27FC236}">
                    <a16:creationId xmlns:a16="http://schemas.microsoft.com/office/drawing/2014/main" id="{266FE635-7DB1-D205-E609-9BD58EB78AA1}"/>
                  </a:ext>
                </a:extLst>
              </p:cNvPr>
              <p:cNvSpPr/>
              <p:nvPr/>
            </p:nvSpPr>
            <p:spPr>
              <a:xfrm>
                <a:off x="2042980" y="506083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7" name="Freeform: Shape 446">
                <a:extLst>
                  <a:ext uri="{FF2B5EF4-FFF2-40B4-BE49-F238E27FC236}">
                    <a16:creationId xmlns:a16="http://schemas.microsoft.com/office/drawing/2014/main" id="{37A06EA9-C710-F095-5030-E0A290ADE858}"/>
                  </a:ext>
                </a:extLst>
              </p:cNvPr>
              <p:cNvSpPr/>
              <p:nvPr/>
            </p:nvSpPr>
            <p:spPr>
              <a:xfrm>
                <a:off x="1817750" y="4990661"/>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8" name="Freeform: Shape 447">
                <a:extLst>
                  <a:ext uri="{FF2B5EF4-FFF2-40B4-BE49-F238E27FC236}">
                    <a16:creationId xmlns:a16="http://schemas.microsoft.com/office/drawing/2014/main" id="{1181784D-A122-8028-0362-E8A079B9D36C}"/>
                  </a:ext>
                </a:extLst>
              </p:cNvPr>
              <p:cNvSpPr/>
              <p:nvPr/>
            </p:nvSpPr>
            <p:spPr>
              <a:xfrm>
                <a:off x="1599506" y="4901225"/>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9" name="Freeform: Shape 448">
                <a:extLst>
                  <a:ext uri="{FF2B5EF4-FFF2-40B4-BE49-F238E27FC236}">
                    <a16:creationId xmlns:a16="http://schemas.microsoft.com/office/drawing/2014/main" id="{6F98E88D-8D88-4FCE-7344-669558EF69EF}"/>
                  </a:ext>
                </a:extLst>
              </p:cNvPr>
              <p:cNvSpPr/>
              <p:nvPr/>
            </p:nvSpPr>
            <p:spPr>
              <a:xfrm>
                <a:off x="1389941" y="4793056"/>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0" name="Freeform: Shape 449">
                <a:extLst>
                  <a:ext uri="{FF2B5EF4-FFF2-40B4-BE49-F238E27FC236}">
                    <a16:creationId xmlns:a16="http://schemas.microsoft.com/office/drawing/2014/main" id="{23073103-E57B-CAD0-140E-D4ABFCF7B56C}"/>
                  </a:ext>
                </a:extLst>
              </p:cNvPr>
              <p:cNvSpPr/>
              <p:nvPr/>
            </p:nvSpPr>
            <p:spPr>
              <a:xfrm>
                <a:off x="1190431" y="4667105"/>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1" name="Freeform: Shape 450">
                <a:extLst>
                  <a:ext uri="{FF2B5EF4-FFF2-40B4-BE49-F238E27FC236}">
                    <a16:creationId xmlns:a16="http://schemas.microsoft.com/office/drawing/2014/main" id="{92F90670-2CC5-2A86-9EA9-7FFC3BEC5897}"/>
                  </a:ext>
                </a:extLst>
              </p:cNvPr>
              <p:cNvSpPr/>
              <p:nvPr/>
            </p:nvSpPr>
            <p:spPr>
              <a:xfrm>
                <a:off x="1002775" y="4524220"/>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2"/>
                      <a:pt x="71633" y="92293"/>
                      <a:pt x="46147" y="92293"/>
                    </a:cubicBezTo>
                    <a:cubicBezTo>
                      <a:pt x="20661" y="92293"/>
                      <a:pt x="0" y="71632"/>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2" name="Freeform: Shape 451">
                <a:extLst>
                  <a:ext uri="{FF2B5EF4-FFF2-40B4-BE49-F238E27FC236}">
                    <a16:creationId xmlns:a16="http://schemas.microsoft.com/office/drawing/2014/main" id="{CC303D13-83E9-C980-F876-0D41F203A6E2}"/>
                  </a:ext>
                </a:extLst>
              </p:cNvPr>
              <p:cNvSpPr/>
              <p:nvPr/>
            </p:nvSpPr>
            <p:spPr>
              <a:xfrm>
                <a:off x="828243" y="4365564"/>
                <a:ext cx="92293" cy="92293"/>
              </a:xfrm>
              <a:custGeom>
                <a:avLst/>
                <a:gdLst>
                  <a:gd name="connsiteX0" fmla="*/ 92293 w 92293"/>
                  <a:gd name="connsiteY0" fmla="*/ 46146 h 92293"/>
                  <a:gd name="connsiteX1" fmla="*/ 46147 w 92293"/>
                  <a:gd name="connsiteY1" fmla="*/ 92293 h 92293"/>
                  <a:gd name="connsiteX2" fmla="*/ 0 w 92293"/>
                  <a:gd name="connsiteY2" fmla="*/ 46146 h 92293"/>
                  <a:gd name="connsiteX3" fmla="*/ 46147 w 92293"/>
                  <a:gd name="connsiteY3" fmla="*/ 0 h 92293"/>
                  <a:gd name="connsiteX4" fmla="*/ 92293 w 92293"/>
                  <a:gd name="connsiteY4" fmla="*/ 46146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6"/>
                    </a:moveTo>
                    <a:cubicBezTo>
                      <a:pt x="92293" y="71633"/>
                      <a:pt x="71633" y="92293"/>
                      <a:pt x="46147" y="92293"/>
                    </a:cubicBezTo>
                    <a:cubicBezTo>
                      <a:pt x="20661" y="92293"/>
                      <a:pt x="0" y="71633"/>
                      <a:pt x="0" y="46146"/>
                    </a:cubicBezTo>
                    <a:cubicBezTo>
                      <a:pt x="0" y="20660"/>
                      <a:pt x="20661" y="0"/>
                      <a:pt x="46147" y="0"/>
                    </a:cubicBezTo>
                    <a:cubicBezTo>
                      <a:pt x="71633" y="0"/>
                      <a:pt x="92293" y="20660"/>
                      <a:pt x="92293" y="4614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3" name="Freeform: Shape 452">
                <a:extLst>
                  <a:ext uri="{FF2B5EF4-FFF2-40B4-BE49-F238E27FC236}">
                    <a16:creationId xmlns:a16="http://schemas.microsoft.com/office/drawing/2014/main" id="{905DAD4F-80E6-52F8-6955-21F89EA70A7D}"/>
                  </a:ext>
                </a:extLst>
              </p:cNvPr>
              <p:cNvSpPr/>
              <p:nvPr/>
            </p:nvSpPr>
            <p:spPr>
              <a:xfrm>
                <a:off x="668211" y="4192302"/>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4" name="Freeform: Shape 453">
                <a:extLst>
                  <a:ext uri="{FF2B5EF4-FFF2-40B4-BE49-F238E27FC236}">
                    <a16:creationId xmlns:a16="http://schemas.microsoft.com/office/drawing/2014/main" id="{483DC7A7-DE43-E546-B6B6-CA778C069DE4}"/>
                  </a:ext>
                </a:extLst>
              </p:cNvPr>
              <p:cNvSpPr/>
              <p:nvPr/>
            </p:nvSpPr>
            <p:spPr>
              <a:xfrm>
                <a:off x="523844" y="400581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5" name="Freeform: Shape 454">
                <a:extLst>
                  <a:ext uri="{FF2B5EF4-FFF2-40B4-BE49-F238E27FC236}">
                    <a16:creationId xmlns:a16="http://schemas.microsoft.com/office/drawing/2014/main" id="{C49B8611-FBEC-076A-51DB-97B6DF61725F}"/>
                  </a:ext>
                </a:extLst>
              </p:cNvPr>
              <p:cNvSpPr/>
              <p:nvPr/>
            </p:nvSpPr>
            <p:spPr>
              <a:xfrm>
                <a:off x="396306" y="3807359"/>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6" name="Freeform: Shape 455">
                <a:extLst>
                  <a:ext uri="{FF2B5EF4-FFF2-40B4-BE49-F238E27FC236}">
                    <a16:creationId xmlns:a16="http://schemas.microsoft.com/office/drawing/2014/main" id="{37F9ADA8-7359-6AD5-7922-4F43C5B6B0B7}"/>
                  </a:ext>
                </a:extLst>
              </p:cNvPr>
              <p:cNvSpPr/>
              <p:nvPr/>
            </p:nvSpPr>
            <p:spPr>
              <a:xfrm>
                <a:off x="286549" y="3598534"/>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7" name="Freeform: Shape 456">
                <a:extLst>
                  <a:ext uri="{FF2B5EF4-FFF2-40B4-BE49-F238E27FC236}">
                    <a16:creationId xmlns:a16="http://schemas.microsoft.com/office/drawing/2014/main" id="{4FCEE308-6571-2A62-85F2-E449734BBF04}"/>
                  </a:ext>
                </a:extLst>
              </p:cNvPr>
              <p:cNvSpPr/>
              <p:nvPr/>
            </p:nvSpPr>
            <p:spPr>
              <a:xfrm>
                <a:off x="195314" y="338103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8" name="Freeform: Shape 457">
                <a:extLst>
                  <a:ext uri="{FF2B5EF4-FFF2-40B4-BE49-F238E27FC236}">
                    <a16:creationId xmlns:a16="http://schemas.microsoft.com/office/drawing/2014/main" id="{9F10304E-0BD9-F51F-C0B8-7B635444F185}"/>
                  </a:ext>
                </a:extLst>
              </p:cNvPr>
              <p:cNvSpPr/>
              <p:nvPr/>
            </p:nvSpPr>
            <p:spPr>
              <a:xfrm>
                <a:off x="123448" y="3156437"/>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0"/>
                      <a:pt x="20661" y="0"/>
                      <a:pt x="46147" y="0"/>
                    </a:cubicBezTo>
                    <a:cubicBezTo>
                      <a:pt x="71633" y="0"/>
                      <a:pt x="92293" y="20660"/>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9" name="Freeform: Shape 458">
                <a:extLst>
                  <a:ext uri="{FF2B5EF4-FFF2-40B4-BE49-F238E27FC236}">
                    <a16:creationId xmlns:a16="http://schemas.microsoft.com/office/drawing/2014/main" id="{88C4702D-E93B-D6CF-F8F2-98D69BE6A1B8}"/>
                  </a:ext>
                </a:extLst>
              </p:cNvPr>
              <p:cNvSpPr/>
              <p:nvPr/>
            </p:nvSpPr>
            <p:spPr>
              <a:xfrm>
                <a:off x="71374" y="2926338"/>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0" name="Freeform: Shape 459">
                <a:extLst>
                  <a:ext uri="{FF2B5EF4-FFF2-40B4-BE49-F238E27FC236}">
                    <a16:creationId xmlns:a16="http://schemas.microsoft.com/office/drawing/2014/main" id="{EFCE97F2-8057-1D31-63B1-01E5185EC8C2}"/>
                  </a:ext>
                </a:extLst>
              </p:cNvPr>
              <p:cNvSpPr/>
              <p:nvPr/>
            </p:nvSpPr>
            <p:spPr>
              <a:xfrm>
                <a:off x="39516" y="2692641"/>
                <a:ext cx="92293" cy="92293"/>
              </a:xfrm>
              <a:custGeom>
                <a:avLst/>
                <a:gdLst>
                  <a:gd name="connsiteX0" fmla="*/ 92293 w 92293"/>
                  <a:gd name="connsiteY0" fmla="*/ 46147 h 92293"/>
                  <a:gd name="connsiteX1" fmla="*/ 46147 w 92293"/>
                  <a:gd name="connsiteY1" fmla="*/ 92293 h 92293"/>
                  <a:gd name="connsiteX2" fmla="*/ 0 w 92293"/>
                  <a:gd name="connsiteY2" fmla="*/ 46147 h 92293"/>
                  <a:gd name="connsiteX3" fmla="*/ 46147 w 92293"/>
                  <a:gd name="connsiteY3" fmla="*/ 0 h 92293"/>
                  <a:gd name="connsiteX4" fmla="*/ 92293 w 92293"/>
                  <a:gd name="connsiteY4" fmla="*/ 46147 h 9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93" h="92293">
                    <a:moveTo>
                      <a:pt x="92293" y="46147"/>
                    </a:moveTo>
                    <a:cubicBezTo>
                      <a:pt x="92293" y="71633"/>
                      <a:pt x="71633" y="92293"/>
                      <a:pt x="46147" y="92293"/>
                    </a:cubicBezTo>
                    <a:cubicBezTo>
                      <a:pt x="20661" y="92293"/>
                      <a:pt x="0" y="71633"/>
                      <a:pt x="0" y="46147"/>
                    </a:cubicBezTo>
                    <a:cubicBezTo>
                      <a:pt x="0" y="20661"/>
                      <a:pt x="20661" y="0"/>
                      <a:pt x="46147" y="0"/>
                    </a:cubicBezTo>
                    <a:cubicBezTo>
                      <a:pt x="71633" y="0"/>
                      <a:pt x="92293" y="20661"/>
                      <a:pt x="92293" y="46147"/>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2" name="Graphic 9">
              <a:extLst>
                <a:ext uri="{FF2B5EF4-FFF2-40B4-BE49-F238E27FC236}">
                  <a16:creationId xmlns:a16="http://schemas.microsoft.com/office/drawing/2014/main" id="{1E3254B1-1892-3228-502B-DA6D432BA280}"/>
                </a:ext>
              </a:extLst>
            </p:cNvPr>
            <p:cNvGrpSpPr/>
            <p:nvPr/>
          </p:nvGrpSpPr>
          <p:grpSpPr>
            <a:xfrm>
              <a:off x="-1263309" y="-1264425"/>
              <a:ext cx="7754619" cy="7754619"/>
              <a:chOff x="-194074" y="-483222"/>
              <a:chExt cx="5948263" cy="5948263"/>
            </a:xfrm>
            <a:solidFill>
              <a:schemeClr val="accent1">
                <a:lumMod val="20000"/>
                <a:lumOff val="80000"/>
                <a:alpha val="25000"/>
              </a:schemeClr>
            </a:solidFill>
          </p:grpSpPr>
          <p:sp>
            <p:nvSpPr>
              <p:cNvPr id="317" name="Freeform: Shape 316">
                <a:extLst>
                  <a:ext uri="{FF2B5EF4-FFF2-40B4-BE49-F238E27FC236}">
                    <a16:creationId xmlns:a16="http://schemas.microsoft.com/office/drawing/2014/main" id="{A0EC2D20-2BE0-F971-C3DC-F10DDC3D485A}"/>
                  </a:ext>
                </a:extLst>
              </p:cNvPr>
              <p:cNvSpPr/>
              <p:nvPr/>
            </p:nvSpPr>
            <p:spPr>
              <a:xfrm>
                <a:off x="-194074" y="244105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8" name="Freeform: Shape 317">
                <a:extLst>
                  <a:ext uri="{FF2B5EF4-FFF2-40B4-BE49-F238E27FC236}">
                    <a16:creationId xmlns:a16="http://schemas.microsoft.com/office/drawing/2014/main" id="{65CEF3C8-719B-C08A-71B9-82B0067F26CF}"/>
                  </a:ext>
                </a:extLst>
              </p:cNvPr>
              <p:cNvSpPr/>
              <p:nvPr/>
            </p:nvSpPr>
            <p:spPr>
              <a:xfrm>
                <a:off x="-182961" y="2186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9" name="Freeform: Shape 318">
                <a:extLst>
                  <a:ext uri="{FF2B5EF4-FFF2-40B4-BE49-F238E27FC236}">
                    <a16:creationId xmlns:a16="http://schemas.microsoft.com/office/drawing/2014/main" id="{599E298D-4FEE-424A-DE50-846D4AB5EEB6}"/>
                  </a:ext>
                </a:extLst>
              </p:cNvPr>
              <p:cNvSpPr/>
              <p:nvPr/>
            </p:nvSpPr>
            <p:spPr>
              <a:xfrm>
                <a:off x="-149727" y="19336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0" name="Freeform: Shape 319">
                <a:extLst>
                  <a:ext uri="{FF2B5EF4-FFF2-40B4-BE49-F238E27FC236}">
                    <a16:creationId xmlns:a16="http://schemas.microsoft.com/office/drawing/2014/main" id="{6C2FDD62-12F0-46D2-F876-8169ACF06924}"/>
                  </a:ext>
                </a:extLst>
              </p:cNvPr>
              <p:cNvSpPr/>
              <p:nvPr/>
            </p:nvSpPr>
            <p:spPr>
              <a:xfrm>
                <a:off x="-94584" y="16847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1" name="Freeform: Shape 320">
                <a:extLst>
                  <a:ext uri="{FF2B5EF4-FFF2-40B4-BE49-F238E27FC236}">
                    <a16:creationId xmlns:a16="http://schemas.microsoft.com/office/drawing/2014/main" id="{995B700E-C326-810A-FB39-94412CB91D2F}"/>
                  </a:ext>
                </a:extLst>
              </p:cNvPr>
              <p:cNvSpPr/>
              <p:nvPr/>
            </p:nvSpPr>
            <p:spPr>
              <a:xfrm>
                <a:off x="-17955" y="144160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2" name="Freeform: Shape 321">
                <a:extLst>
                  <a:ext uri="{FF2B5EF4-FFF2-40B4-BE49-F238E27FC236}">
                    <a16:creationId xmlns:a16="http://schemas.microsoft.com/office/drawing/2014/main" id="{34825E64-442B-A1F9-33BD-400D4D7B8773}"/>
                  </a:ext>
                </a:extLst>
              </p:cNvPr>
              <p:cNvSpPr/>
              <p:nvPr/>
            </p:nvSpPr>
            <p:spPr>
              <a:xfrm>
                <a:off x="79524" y="1205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3" name="Freeform: Shape 322">
                <a:extLst>
                  <a:ext uri="{FF2B5EF4-FFF2-40B4-BE49-F238E27FC236}">
                    <a16:creationId xmlns:a16="http://schemas.microsoft.com/office/drawing/2014/main" id="{D2583285-A825-3DCC-5AFE-B0FD18734427}"/>
                  </a:ext>
                </a:extLst>
              </p:cNvPr>
              <p:cNvSpPr/>
              <p:nvPr/>
            </p:nvSpPr>
            <p:spPr>
              <a:xfrm>
                <a:off x="197113" y="97992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4" name="Freeform: Shape 323">
                <a:extLst>
                  <a:ext uri="{FF2B5EF4-FFF2-40B4-BE49-F238E27FC236}">
                    <a16:creationId xmlns:a16="http://schemas.microsoft.com/office/drawing/2014/main" id="{E22B5109-E6CD-DE06-2B7E-F88EA0A46630}"/>
                  </a:ext>
                </a:extLst>
              </p:cNvPr>
              <p:cNvSpPr/>
              <p:nvPr/>
            </p:nvSpPr>
            <p:spPr>
              <a:xfrm>
                <a:off x="334071" y="76485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5" name="Freeform: Shape 324">
                <a:extLst>
                  <a:ext uri="{FF2B5EF4-FFF2-40B4-BE49-F238E27FC236}">
                    <a16:creationId xmlns:a16="http://schemas.microsoft.com/office/drawing/2014/main" id="{CB4A3A3E-280C-5668-4B3C-6220169110D1}"/>
                  </a:ext>
                </a:extLst>
              </p:cNvPr>
              <p:cNvSpPr/>
              <p:nvPr/>
            </p:nvSpPr>
            <p:spPr>
              <a:xfrm>
                <a:off x="489128" y="56248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6" name="Freeform: Shape 325">
                <a:extLst>
                  <a:ext uri="{FF2B5EF4-FFF2-40B4-BE49-F238E27FC236}">
                    <a16:creationId xmlns:a16="http://schemas.microsoft.com/office/drawing/2014/main" id="{89904840-0BBC-CE33-B724-38A6AA67AF85}"/>
                  </a:ext>
                </a:extLst>
              </p:cNvPr>
              <p:cNvSpPr/>
              <p:nvPr/>
            </p:nvSpPr>
            <p:spPr>
              <a:xfrm>
                <a:off x="661226" y="3744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7" name="Freeform: Shape 326">
                <a:extLst>
                  <a:ext uri="{FF2B5EF4-FFF2-40B4-BE49-F238E27FC236}">
                    <a16:creationId xmlns:a16="http://schemas.microsoft.com/office/drawing/2014/main" id="{8AB1B0F6-A452-7748-B46B-6096586CAA01}"/>
                  </a:ext>
                </a:extLst>
              </p:cNvPr>
              <p:cNvSpPr/>
              <p:nvPr/>
            </p:nvSpPr>
            <p:spPr>
              <a:xfrm>
                <a:off x="849093" y="2020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8" name="Freeform: Shape 327">
                <a:extLst>
                  <a:ext uri="{FF2B5EF4-FFF2-40B4-BE49-F238E27FC236}">
                    <a16:creationId xmlns:a16="http://schemas.microsoft.com/office/drawing/2014/main" id="{CFF55640-572B-D4F3-3D34-0BFABBE653E3}"/>
                  </a:ext>
                </a:extLst>
              </p:cNvPr>
              <p:cNvSpPr/>
              <p:nvPr/>
            </p:nvSpPr>
            <p:spPr>
              <a:xfrm>
                <a:off x="1051250" y="4682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9" name="Freeform: Shape 328">
                <a:extLst>
                  <a:ext uri="{FF2B5EF4-FFF2-40B4-BE49-F238E27FC236}">
                    <a16:creationId xmlns:a16="http://schemas.microsoft.com/office/drawing/2014/main" id="{4FE3540D-D1B7-CA91-17E4-DD7A1892EA68}"/>
                  </a:ext>
                </a:extLst>
              </p:cNvPr>
              <p:cNvSpPr/>
              <p:nvPr/>
            </p:nvSpPr>
            <p:spPr>
              <a:xfrm>
                <a:off x="1266107" y="-903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0" name="Freeform: Shape 329">
                <a:extLst>
                  <a:ext uri="{FF2B5EF4-FFF2-40B4-BE49-F238E27FC236}">
                    <a16:creationId xmlns:a16="http://schemas.microsoft.com/office/drawing/2014/main" id="{6EBB7579-6854-3E86-5CD7-37399E38E0FA}"/>
                  </a:ext>
                </a:extLst>
              </p:cNvPr>
              <p:cNvSpPr/>
              <p:nvPr/>
            </p:nvSpPr>
            <p:spPr>
              <a:xfrm>
                <a:off x="1492183" y="-20824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1" name="Freeform: Shape 330">
                <a:extLst>
                  <a:ext uri="{FF2B5EF4-FFF2-40B4-BE49-F238E27FC236}">
                    <a16:creationId xmlns:a16="http://schemas.microsoft.com/office/drawing/2014/main" id="{51E26AA2-8C1E-C13C-A03C-0FF84CB1074B}"/>
                  </a:ext>
                </a:extLst>
              </p:cNvPr>
              <p:cNvSpPr/>
              <p:nvPr/>
            </p:nvSpPr>
            <p:spPr>
              <a:xfrm>
                <a:off x="1727680" y="-30593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2" name="Freeform: Shape 331">
                <a:extLst>
                  <a:ext uri="{FF2B5EF4-FFF2-40B4-BE49-F238E27FC236}">
                    <a16:creationId xmlns:a16="http://schemas.microsoft.com/office/drawing/2014/main" id="{42347D8A-2960-FD89-A2D7-89B4F2EA396D}"/>
                  </a:ext>
                </a:extLst>
              </p:cNvPr>
              <p:cNvSpPr/>
              <p:nvPr/>
            </p:nvSpPr>
            <p:spPr>
              <a:xfrm>
                <a:off x="1970690" y="-38288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3" name="Freeform: Shape 332">
                <a:extLst>
                  <a:ext uri="{FF2B5EF4-FFF2-40B4-BE49-F238E27FC236}">
                    <a16:creationId xmlns:a16="http://schemas.microsoft.com/office/drawing/2014/main" id="{48291738-D422-5C57-ADD8-8C848E9CF069}"/>
                  </a:ext>
                </a:extLst>
              </p:cNvPr>
              <p:cNvSpPr/>
              <p:nvPr/>
            </p:nvSpPr>
            <p:spPr>
              <a:xfrm>
                <a:off x="2219523" y="-43824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4" name="Freeform: Shape 333">
                <a:extLst>
                  <a:ext uri="{FF2B5EF4-FFF2-40B4-BE49-F238E27FC236}">
                    <a16:creationId xmlns:a16="http://schemas.microsoft.com/office/drawing/2014/main" id="{E573D0CC-C9A6-E813-838A-06C15B1DA2ED}"/>
                  </a:ext>
                </a:extLst>
              </p:cNvPr>
              <p:cNvSpPr/>
              <p:nvPr/>
            </p:nvSpPr>
            <p:spPr>
              <a:xfrm>
                <a:off x="2472271" y="-47179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5" name="Freeform: Shape 334">
                <a:extLst>
                  <a:ext uri="{FF2B5EF4-FFF2-40B4-BE49-F238E27FC236}">
                    <a16:creationId xmlns:a16="http://schemas.microsoft.com/office/drawing/2014/main" id="{A1470379-1BCF-2971-8F80-69EF4521412E}"/>
                  </a:ext>
                </a:extLst>
              </p:cNvPr>
              <p:cNvSpPr/>
              <p:nvPr/>
            </p:nvSpPr>
            <p:spPr>
              <a:xfrm>
                <a:off x="2726924" y="-4832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6" name="Freeform: Shape 335">
                <a:extLst>
                  <a:ext uri="{FF2B5EF4-FFF2-40B4-BE49-F238E27FC236}">
                    <a16:creationId xmlns:a16="http://schemas.microsoft.com/office/drawing/2014/main" id="{14E3351C-8EFE-A239-37E2-725CBDDEEDBA}"/>
                  </a:ext>
                </a:extLst>
              </p:cNvPr>
              <p:cNvSpPr/>
              <p:nvPr/>
            </p:nvSpPr>
            <p:spPr>
              <a:xfrm>
                <a:off x="2981578" y="-47242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7" name="Freeform: Shape 336">
                <a:extLst>
                  <a:ext uri="{FF2B5EF4-FFF2-40B4-BE49-F238E27FC236}">
                    <a16:creationId xmlns:a16="http://schemas.microsoft.com/office/drawing/2014/main" id="{E9FA822E-3F78-52AF-77DD-2BAB6796CAEA}"/>
                  </a:ext>
                </a:extLst>
              </p:cNvPr>
              <p:cNvSpPr/>
              <p:nvPr/>
            </p:nvSpPr>
            <p:spPr>
              <a:xfrm>
                <a:off x="3234432" y="-4394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8" name="Freeform: Shape 337">
                <a:extLst>
                  <a:ext uri="{FF2B5EF4-FFF2-40B4-BE49-F238E27FC236}">
                    <a16:creationId xmlns:a16="http://schemas.microsoft.com/office/drawing/2014/main" id="{19B979B9-9E9C-5D67-F8F1-90AAEDF9CDEB}"/>
                  </a:ext>
                </a:extLst>
              </p:cNvPr>
              <p:cNvSpPr/>
              <p:nvPr/>
            </p:nvSpPr>
            <p:spPr>
              <a:xfrm>
                <a:off x="3483370" y="-3845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9" name="Freeform: Shape 338">
                <a:extLst>
                  <a:ext uri="{FF2B5EF4-FFF2-40B4-BE49-F238E27FC236}">
                    <a16:creationId xmlns:a16="http://schemas.microsoft.com/office/drawing/2014/main" id="{801E0ACE-C167-BE42-3AE3-11CF932CDCA6}"/>
                  </a:ext>
                </a:extLst>
              </p:cNvPr>
              <p:cNvSpPr/>
              <p:nvPr/>
            </p:nvSpPr>
            <p:spPr>
              <a:xfrm>
                <a:off x="3726592" y="-3082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0" name="Freeform: Shape 339">
                <a:extLst>
                  <a:ext uri="{FF2B5EF4-FFF2-40B4-BE49-F238E27FC236}">
                    <a16:creationId xmlns:a16="http://schemas.microsoft.com/office/drawing/2014/main" id="{9CDBB65A-1F1A-2DE6-F5FC-B5909E200BF2}"/>
                  </a:ext>
                </a:extLst>
              </p:cNvPr>
              <p:cNvSpPr/>
              <p:nvPr/>
            </p:nvSpPr>
            <p:spPr>
              <a:xfrm>
                <a:off x="3962195" y="-21099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1" name="Freeform: Shape 340">
                <a:extLst>
                  <a:ext uri="{FF2B5EF4-FFF2-40B4-BE49-F238E27FC236}">
                    <a16:creationId xmlns:a16="http://schemas.microsoft.com/office/drawing/2014/main" id="{76C6505F-64B8-D249-4396-6FC4C28421DB}"/>
                  </a:ext>
                </a:extLst>
              </p:cNvPr>
              <p:cNvSpPr/>
              <p:nvPr/>
            </p:nvSpPr>
            <p:spPr>
              <a:xfrm>
                <a:off x="4188483" y="-9362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2" name="Freeform: Shape 341">
                <a:extLst>
                  <a:ext uri="{FF2B5EF4-FFF2-40B4-BE49-F238E27FC236}">
                    <a16:creationId xmlns:a16="http://schemas.microsoft.com/office/drawing/2014/main" id="{FEE831A2-505B-C64C-0E54-9F9586E38F95}"/>
                  </a:ext>
                </a:extLst>
              </p:cNvPr>
              <p:cNvSpPr/>
              <p:nvPr/>
            </p:nvSpPr>
            <p:spPr>
              <a:xfrm>
                <a:off x="4403763" y="43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3" name="Freeform: Shape 342">
                <a:extLst>
                  <a:ext uri="{FF2B5EF4-FFF2-40B4-BE49-F238E27FC236}">
                    <a16:creationId xmlns:a16="http://schemas.microsoft.com/office/drawing/2014/main" id="{E401435C-C4E8-9F95-2B24-C5DBB3D6F268}"/>
                  </a:ext>
                </a:extLst>
              </p:cNvPr>
              <p:cNvSpPr/>
              <p:nvPr/>
            </p:nvSpPr>
            <p:spPr>
              <a:xfrm>
                <a:off x="4606237" y="197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4" name="Freeform: Shape 343">
                <a:extLst>
                  <a:ext uri="{FF2B5EF4-FFF2-40B4-BE49-F238E27FC236}">
                    <a16:creationId xmlns:a16="http://schemas.microsoft.com/office/drawing/2014/main" id="{9869C558-17F9-7B27-835B-D9457B673B76}"/>
                  </a:ext>
                </a:extLst>
              </p:cNvPr>
              <p:cNvSpPr/>
              <p:nvPr/>
            </p:nvSpPr>
            <p:spPr>
              <a:xfrm>
                <a:off x="4794528" y="3697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5" name="Freeform: Shape 344">
                <a:extLst>
                  <a:ext uri="{FF2B5EF4-FFF2-40B4-BE49-F238E27FC236}">
                    <a16:creationId xmlns:a16="http://schemas.microsoft.com/office/drawing/2014/main" id="{FBA7AD8E-241A-BADD-0D33-E436974C7C97}"/>
                  </a:ext>
                </a:extLst>
              </p:cNvPr>
              <p:cNvSpPr/>
              <p:nvPr/>
            </p:nvSpPr>
            <p:spPr>
              <a:xfrm>
                <a:off x="4967049" y="557405"/>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6" name="Freeform: Shape 345">
                <a:extLst>
                  <a:ext uri="{FF2B5EF4-FFF2-40B4-BE49-F238E27FC236}">
                    <a16:creationId xmlns:a16="http://schemas.microsoft.com/office/drawing/2014/main" id="{0256B196-3B12-CB17-5B1D-959C0965D615}"/>
                  </a:ext>
                </a:extLst>
              </p:cNvPr>
              <p:cNvSpPr/>
              <p:nvPr/>
            </p:nvSpPr>
            <p:spPr>
              <a:xfrm>
                <a:off x="5122635" y="759350"/>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7" name="Freeform: Shape 346">
                <a:extLst>
                  <a:ext uri="{FF2B5EF4-FFF2-40B4-BE49-F238E27FC236}">
                    <a16:creationId xmlns:a16="http://schemas.microsoft.com/office/drawing/2014/main" id="{15216545-2988-3300-644E-E3180CD04E1C}"/>
                  </a:ext>
                </a:extLst>
              </p:cNvPr>
              <p:cNvSpPr/>
              <p:nvPr/>
            </p:nvSpPr>
            <p:spPr>
              <a:xfrm>
                <a:off x="5259911" y="974101"/>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8" name="Freeform: Shape 347">
                <a:extLst>
                  <a:ext uri="{FF2B5EF4-FFF2-40B4-BE49-F238E27FC236}">
                    <a16:creationId xmlns:a16="http://schemas.microsoft.com/office/drawing/2014/main" id="{CA0F43D7-1284-D213-9436-BACFDCD82776}"/>
                  </a:ext>
                </a:extLst>
              </p:cNvPr>
              <p:cNvSpPr/>
              <p:nvPr/>
            </p:nvSpPr>
            <p:spPr>
              <a:xfrm>
                <a:off x="5378135" y="1200072"/>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9" name="Freeform: Shape 348">
                <a:extLst>
                  <a:ext uri="{FF2B5EF4-FFF2-40B4-BE49-F238E27FC236}">
                    <a16:creationId xmlns:a16="http://schemas.microsoft.com/office/drawing/2014/main" id="{F6A4F66B-7CB3-55FB-7676-9BA58606693D}"/>
                  </a:ext>
                </a:extLst>
              </p:cNvPr>
              <p:cNvSpPr/>
              <p:nvPr/>
            </p:nvSpPr>
            <p:spPr>
              <a:xfrm>
                <a:off x="5476144" y="143535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0" name="Freeform: Shape 349">
                <a:extLst>
                  <a:ext uri="{FF2B5EF4-FFF2-40B4-BE49-F238E27FC236}">
                    <a16:creationId xmlns:a16="http://schemas.microsoft.com/office/drawing/2014/main" id="{5B4E87C0-6D06-CB77-9274-F90245E229CC}"/>
                  </a:ext>
                </a:extLst>
              </p:cNvPr>
              <p:cNvSpPr/>
              <p:nvPr/>
            </p:nvSpPr>
            <p:spPr>
              <a:xfrm>
                <a:off x="5553302" y="167836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1" name="Freeform: Shape 350">
                <a:extLst>
                  <a:ext uri="{FF2B5EF4-FFF2-40B4-BE49-F238E27FC236}">
                    <a16:creationId xmlns:a16="http://schemas.microsoft.com/office/drawing/2014/main" id="{A85E5F27-F91C-034B-DC79-9A2A2D1CFB49}"/>
                  </a:ext>
                </a:extLst>
              </p:cNvPr>
              <p:cNvSpPr/>
              <p:nvPr/>
            </p:nvSpPr>
            <p:spPr>
              <a:xfrm>
                <a:off x="5608974" y="192709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2" name="Freeform: Shape 351">
                <a:extLst>
                  <a:ext uri="{FF2B5EF4-FFF2-40B4-BE49-F238E27FC236}">
                    <a16:creationId xmlns:a16="http://schemas.microsoft.com/office/drawing/2014/main" id="{0AF7B09E-C261-49F4-D629-41AE8E1C115E}"/>
                  </a:ext>
                </a:extLst>
              </p:cNvPr>
              <p:cNvSpPr/>
              <p:nvPr/>
            </p:nvSpPr>
            <p:spPr>
              <a:xfrm>
                <a:off x="5642844" y="217973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3" name="Freeform: Shape 352">
                <a:extLst>
                  <a:ext uri="{FF2B5EF4-FFF2-40B4-BE49-F238E27FC236}">
                    <a16:creationId xmlns:a16="http://schemas.microsoft.com/office/drawing/2014/main" id="{F67A22E3-6378-051C-F9B5-5A91F0BAB0A2}"/>
                  </a:ext>
                </a:extLst>
              </p:cNvPr>
              <p:cNvSpPr/>
              <p:nvPr/>
            </p:nvSpPr>
            <p:spPr>
              <a:xfrm>
                <a:off x="5654486" y="243438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4" name="Freeform: Shape 353">
                <a:extLst>
                  <a:ext uri="{FF2B5EF4-FFF2-40B4-BE49-F238E27FC236}">
                    <a16:creationId xmlns:a16="http://schemas.microsoft.com/office/drawing/2014/main" id="{EB530C56-0738-3274-80BB-79B503444198}"/>
                  </a:ext>
                </a:extLst>
              </p:cNvPr>
              <p:cNvSpPr/>
              <p:nvPr/>
            </p:nvSpPr>
            <p:spPr>
              <a:xfrm>
                <a:off x="5644008" y="268914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5" name="Freeform: Shape 354">
                <a:extLst>
                  <a:ext uri="{FF2B5EF4-FFF2-40B4-BE49-F238E27FC236}">
                    <a16:creationId xmlns:a16="http://schemas.microsoft.com/office/drawing/2014/main" id="{E65330E6-AD33-0A00-88F1-B40E261715AE}"/>
                  </a:ext>
                </a:extLst>
              </p:cNvPr>
              <p:cNvSpPr/>
              <p:nvPr/>
            </p:nvSpPr>
            <p:spPr>
              <a:xfrm>
                <a:off x="5611303" y="294200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6" name="Freeform: Shape 355">
                <a:extLst>
                  <a:ext uri="{FF2B5EF4-FFF2-40B4-BE49-F238E27FC236}">
                    <a16:creationId xmlns:a16="http://schemas.microsoft.com/office/drawing/2014/main" id="{4F3F13DC-8953-A2CE-AA9F-BA1D63FA2710}"/>
                  </a:ext>
                </a:extLst>
              </p:cNvPr>
              <p:cNvSpPr/>
              <p:nvPr/>
            </p:nvSpPr>
            <p:spPr>
              <a:xfrm>
                <a:off x="5556689" y="3190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7" name="Freeform: Shape 356">
                <a:extLst>
                  <a:ext uri="{FF2B5EF4-FFF2-40B4-BE49-F238E27FC236}">
                    <a16:creationId xmlns:a16="http://schemas.microsoft.com/office/drawing/2014/main" id="{CC7C74A5-1B8E-D819-6AC3-B13BEC3F6583}"/>
                  </a:ext>
                </a:extLst>
              </p:cNvPr>
              <p:cNvSpPr/>
              <p:nvPr/>
            </p:nvSpPr>
            <p:spPr>
              <a:xfrm>
                <a:off x="5480695" y="3434269"/>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8" name="Freeform: Shape 357">
                <a:extLst>
                  <a:ext uri="{FF2B5EF4-FFF2-40B4-BE49-F238E27FC236}">
                    <a16:creationId xmlns:a16="http://schemas.microsoft.com/office/drawing/2014/main" id="{C1EF45EA-5E74-4862-87D1-7C750600FEA4}"/>
                  </a:ext>
                </a:extLst>
              </p:cNvPr>
              <p:cNvSpPr/>
              <p:nvPr/>
            </p:nvSpPr>
            <p:spPr>
              <a:xfrm>
                <a:off x="5383745" y="3670083"/>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9" name="Freeform: Shape 358">
                <a:extLst>
                  <a:ext uri="{FF2B5EF4-FFF2-40B4-BE49-F238E27FC236}">
                    <a16:creationId xmlns:a16="http://schemas.microsoft.com/office/drawing/2014/main" id="{88D0A012-7B62-22CF-949B-FA9ECA67C088}"/>
                  </a:ext>
                </a:extLst>
              </p:cNvPr>
              <p:cNvSpPr/>
              <p:nvPr/>
            </p:nvSpPr>
            <p:spPr>
              <a:xfrm>
                <a:off x="5266579" y="3896477"/>
                <a:ext cx="99702" cy="99702"/>
              </a:xfrm>
              <a:custGeom>
                <a:avLst/>
                <a:gdLst>
                  <a:gd name="connsiteX0" fmla="*/ 99702 w 99702"/>
                  <a:gd name="connsiteY0" fmla="*/ 49851 h 99702"/>
                  <a:gd name="connsiteX1" fmla="*/ 49851 w 99702"/>
                  <a:gd name="connsiteY1" fmla="*/ 99703 h 99702"/>
                  <a:gd name="connsiteX2" fmla="*/ -1 w 99702"/>
                  <a:gd name="connsiteY2" fmla="*/ 49852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2"/>
                    </a:cubicBezTo>
                    <a:cubicBezTo>
                      <a:pt x="-1" y="22320"/>
                      <a:pt x="22319" y="1"/>
                      <a:pt x="49851" y="1"/>
                    </a:cubicBezTo>
                    <a:cubicBezTo>
                      <a:pt x="77383" y="1"/>
                      <a:pt x="99702" y="22320"/>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0" name="Freeform: Shape 359">
                <a:extLst>
                  <a:ext uri="{FF2B5EF4-FFF2-40B4-BE49-F238E27FC236}">
                    <a16:creationId xmlns:a16="http://schemas.microsoft.com/office/drawing/2014/main" id="{6DA50F86-04FC-B794-D2D6-879DBDDF3512}"/>
                  </a:ext>
                </a:extLst>
              </p:cNvPr>
              <p:cNvSpPr/>
              <p:nvPr/>
            </p:nvSpPr>
            <p:spPr>
              <a:xfrm>
                <a:off x="5130150" y="411186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1" name="Freeform: Shape 360">
                <a:extLst>
                  <a:ext uri="{FF2B5EF4-FFF2-40B4-BE49-F238E27FC236}">
                    <a16:creationId xmlns:a16="http://schemas.microsoft.com/office/drawing/2014/main" id="{34368701-AAC4-DBB7-8C84-C10E7FF8C213}"/>
                  </a:ext>
                </a:extLst>
              </p:cNvPr>
              <p:cNvSpPr/>
              <p:nvPr/>
            </p:nvSpPr>
            <p:spPr>
              <a:xfrm>
                <a:off x="4975516" y="4314549"/>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2" name="Freeform: Shape 361">
                <a:extLst>
                  <a:ext uri="{FF2B5EF4-FFF2-40B4-BE49-F238E27FC236}">
                    <a16:creationId xmlns:a16="http://schemas.microsoft.com/office/drawing/2014/main" id="{5F255A83-FFE3-7734-5616-262C5447F4AC}"/>
                  </a:ext>
                </a:extLst>
              </p:cNvPr>
              <p:cNvSpPr/>
              <p:nvPr/>
            </p:nvSpPr>
            <p:spPr>
              <a:xfrm>
                <a:off x="4803842" y="450294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3" name="Freeform: Shape 362">
                <a:extLst>
                  <a:ext uri="{FF2B5EF4-FFF2-40B4-BE49-F238E27FC236}">
                    <a16:creationId xmlns:a16="http://schemas.microsoft.com/office/drawing/2014/main" id="{A31C1576-29F2-FA46-9C44-737C6B4AA4FF}"/>
                  </a:ext>
                </a:extLst>
              </p:cNvPr>
              <p:cNvSpPr/>
              <p:nvPr/>
            </p:nvSpPr>
            <p:spPr>
              <a:xfrm>
                <a:off x="4616398" y="4675784"/>
                <a:ext cx="99702" cy="99702"/>
              </a:xfrm>
              <a:custGeom>
                <a:avLst/>
                <a:gdLst>
                  <a:gd name="connsiteX0" fmla="*/ 99702 w 99702"/>
                  <a:gd name="connsiteY0" fmla="*/ 49851 h 99702"/>
                  <a:gd name="connsiteX1" fmla="*/ 49851 w 99702"/>
                  <a:gd name="connsiteY1" fmla="*/ 99703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4" name="Freeform: Shape 363">
                <a:extLst>
                  <a:ext uri="{FF2B5EF4-FFF2-40B4-BE49-F238E27FC236}">
                    <a16:creationId xmlns:a16="http://schemas.microsoft.com/office/drawing/2014/main" id="{13CEA339-77E3-6597-C8C4-E982410F48F1}"/>
                  </a:ext>
                </a:extLst>
              </p:cNvPr>
              <p:cNvSpPr/>
              <p:nvPr/>
            </p:nvSpPr>
            <p:spPr>
              <a:xfrm>
                <a:off x="4414559" y="4831582"/>
                <a:ext cx="99702" cy="99702"/>
              </a:xfrm>
              <a:custGeom>
                <a:avLst/>
                <a:gdLst>
                  <a:gd name="connsiteX0" fmla="*/ 99702 w 99702"/>
                  <a:gd name="connsiteY0" fmla="*/ 49851 h 99702"/>
                  <a:gd name="connsiteX1" fmla="*/ 49851 w 99702"/>
                  <a:gd name="connsiteY1" fmla="*/ 99702 h 99702"/>
                  <a:gd name="connsiteX2" fmla="*/ -1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1" y="77383"/>
                      <a:pt x="-1" y="49851"/>
                    </a:cubicBezTo>
                    <a:cubicBezTo>
                      <a:pt x="-1"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5" name="Freeform: Shape 364">
                <a:extLst>
                  <a:ext uri="{FF2B5EF4-FFF2-40B4-BE49-F238E27FC236}">
                    <a16:creationId xmlns:a16="http://schemas.microsoft.com/office/drawing/2014/main" id="{135A2205-5697-DB5F-A1E9-269D340B03B5}"/>
                  </a:ext>
                </a:extLst>
              </p:cNvPr>
              <p:cNvSpPr/>
              <p:nvPr/>
            </p:nvSpPr>
            <p:spPr>
              <a:xfrm>
                <a:off x="4200019" y="496917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6" name="Freeform: Shape 365">
                <a:extLst>
                  <a:ext uri="{FF2B5EF4-FFF2-40B4-BE49-F238E27FC236}">
                    <a16:creationId xmlns:a16="http://schemas.microsoft.com/office/drawing/2014/main" id="{F7C23FF3-059A-2157-EF30-FF738E79F3E7}"/>
                  </a:ext>
                </a:extLst>
              </p:cNvPr>
              <p:cNvSpPr/>
              <p:nvPr/>
            </p:nvSpPr>
            <p:spPr>
              <a:xfrm>
                <a:off x="3974260" y="5087505"/>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7" name="Freeform: Shape 366">
                <a:extLst>
                  <a:ext uri="{FF2B5EF4-FFF2-40B4-BE49-F238E27FC236}">
                    <a16:creationId xmlns:a16="http://schemas.microsoft.com/office/drawing/2014/main" id="{CBB4BD0D-F0A5-FF20-40B8-89E98CC0C78E}"/>
                  </a:ext>
                </a:extLst>
              </p:cNvPr>
              <p:cNvSpPr/>
              <p:nvPr/>
            </p:nvSpPr>
            <p:spPr>
              <a:xfrm>
                <a:off x="3738976" y="518583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8" name="Freeform: Shape 367">
                <a:extLst>
                  <a:ext uri="{FF2B5EF4-FFF2-40B4-BE49-F238E27FC236}">
                    <a16:creationId xmlns:a16="http://schemas.microsoft.com/office/drawing/2014/main" id="{52D645C3-626D-C046-3BB7-93C8AA19A55C}"/>
                  </a:ext>
                </a:extLst>
              </p:cNvPr>
              <p:cNvSpPr/>
              <p:nvPr/>
            </p:nvSpPr>
            <p:spPr>
              <a:xfrm>
                <a:off x="3496177" y="5263307"/>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9" name="Freeform: Shape 368">
                <a:extLst>
                  <a:ext uri="{FF2B5EF4-FFF2-40B4-BE49-F238E27FC236}">
                    <a16:creationId xmlns:a16="http://schemas.microsoft.com/office/drawing/2014/main" id="{21C965E0-1E4C-9FB3-D18B-BDCBA7986F53}"/>
                  </a:ext>
                </a:extLst>
              </p:cNvPr>
              <p:cNvSpPr/>
              <p:nvPr/>
            </p:nvSpPr>
            <p:spPr>
              <a:xfrm>
                <a:off x="3247450" y="531929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0" name="Freeform: Shape 369">
                <a:extLst>
                  <a:ext uri="{FF2B5EF4-FFF2-40B4-BE49-F238E27FC236}">
                    <a16:creationId xmlns:a16="http://schemas.microsoft.com/office/drawing/2014/main" id="{1FCCB750-8FF9-0EA9-F1B1-118BDAB56559}"/>
                  </a:ext>
                </a:extLst>
              </p:cNvPr>
              <p:cNvSpPr/>
              <p:nvPr/>
            </p:nvSpPr>
            <p:spPr>
              <a:xfrm>
                <a:off x="2994808" y="53533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1" name="Freeform: Shape 370">
                <a:extLst>
                  <a:ext uri="{FF2B5EF4-FFF2-40B4-BE49-F238E27FC236}">
                    <a16:creationId xmlns:a16="http://schemas.microsoft.com/office/drawing/2014/main" id="{B52F372F-848D-CB65-2FFE-4DFA6BFCD56D}"/>
                  </a:ext>
                </a:extLst>
              </p:cNvPr>
              <p:cNvSpPr/>
              <p:nvPr/>
            </p:nvSpPr>
            <p:spPr>
              <a:xfrm>
                <a:off x="2740154" y="536533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2" name="Freeform: Shape 371">
                <a:extLst>
                  <a:ext uri="{FF2B5EF4-FFF2-40B4-BE49-F238E27FC236}">
                    <a16:creationId xmlns:a16="http://schemas.microsoft.com/office/drawing/2014/main" id="{E5EE2E62-7505-08C9-AEFB-67D85745FECF}"/>
                  </a:ext>
                </a:extLst>
              </p:cNvPr>
              <p:cNvSpPr/>
              <p:nvPr/>
            </p:nvSpPr>
            <p:spPr>
              <a:xfrm>
                <a:off x="2485395" y="5355072"/>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3" name="Freeform: Shape 372">
                <a:extLst>
                  <a:ext uri="{FF2B5EF4-FFF2-40B4-BE49-F238E27FC236}">
                    <a16:creationId xmlns:a16="http://schemas.microsoft.com/office/drawing/2014/main" id="{C89558D8-21DF-2B78-55C4-5CA89EA1E369}"/>
                  </a:ext>
                </a:extLst>
              </p:cNvPr>
              <p:cNvSpPr/>
              <p:nvPr/>
            </p:nvSpPr>
            <p:spPr>
              <a:xfrm>
                <a:off x="2232541" y="5322684"/>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4" name="Freeform: Shape 373">
                <a:extLst>
                  <a:ext uri="{FF2B5EF4-FFF2-40B4-BE49-F238E27FC236}">
                    <a16:creationId xmlns:a16="http://schemas.microsoft.com/office/drawing/2014/main" id="{769623A6-6ADA-D37B-6631-47F9A5E2174A}"/>
                  </a:ext>
                </a:extLst>
              </p:cNvPr>
              <p:cNvSpPr/>
              <p:nvPr/>
            </p:nvSpPr>
            <p:spPr>
              <a:xfrm>
                <a:off x="1983497" y="5268388"/>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5" name="Freeform: Shape 374">
                <a:extLst>
                  <a:ext uri="{FF2B5EF4-FFF2-40B4-BE49-F238E27FC236}">
                    <a16:creationId xmlns:a16="http://schemas.microsoft.com/office/drawing/2014/main" id="{26ED3CFC-64E0-DD84-7EBF-EDA5A1D66823}"/>
                  </a:ext>
                </a:extLst>
              </p:cNvPr>
              <p:cNvSpPr/>
              <p:nvPr/>
            </p:nvSpPr>
            <p:spPr>
              <a:xfrm>
                <a:off x="1740063" y="519260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1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1"/>
                      <a:pt x="49851" y="-1"/>
                    </a:cubicBezTo>
                    <a:cubicBezTo>
                      <a:pt x="77383" y="-1"/>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6" name="Freeform: Shape 375">
                <a:extLst>
                  <a:ext uri="{FF2B5EF4-FFF2-40B4-BE49-F238E27FC236}">
                    <a16:creationId xmlns:a16="http://schemas.microsoft.com/office/drawing/2014/main" id="{1E874D34-5DFA-E08C-50E8-83773DA0BB4B}"/>
                  </a:ext>
                </a:extLst>
              </p:cNvPr>
              <p:cNvSpPr/>
              <p:nvPr/>
            </p:nvSpPr>
            <p:spPr>
              <a:xfrm>
                <a:off x="1504143" y="509597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7" name="Freeform: Shape 376">
                <a:extLst>
                  <a:ext uri="{FF2B5EF4-FFF2-40B4-BE49-F238E27FC236}">
                    <a16:creationId xmlns:a16="http://schemas.microsoft.com/office/drawing/2014/main" id="{B6364C31-F536-0CDB-2F3F-39072C6DF497}"/>
                  </a:ext>
                </a:extLst>
              </p:cNvPr>
              <p:cNvSpPr/>
              <p:nvPr/>
            </p:nvSpPr>
            <p:spPr>
              <a:xfrm>
                <a:off x="1277644" y="497901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8" name="Freeform: Shape 377">
                <a:extLst>
                  <a:ext uri="{FF2B5EF4-FFF2-40B4-BE49-F238E27FC236}">
                    <a16:creationId xmlns:a16="http://schemas.microsoft.com/office/drawing/2014/main" id="{D60B7F2D-266F-2324-8E71-1FDD194E9619}"/>
                  </a:ext>
                </a:extLst>
              </p:cNvPr>
              <p:cNvSpPr/>
              <p:nvPr/>
            </p:nvSpPr>
            <p:spPr>
              <a:xfrm>
                <a:off x="1062151" y="4842907"/>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9" name="Freeform: Shape 378">
                <a:extLst>
                  <a:ext uri="{FF2B5EF4-FFF2-40B4-BE49-F238E27FC236}">
                    <a16:creationId xmlns:a16="http://schemas.microsoft.com/office/drawing/2014/main" id="{7A066349-B46B-980E-5AC5-B657C2D4EC51}"/>
                  </a:ext>
                </a:extLst>
              </p:cNvPr>
              <p:cNvSpPr/>
              <p:nvPr/>
            </p:nvSpPr>
            <p:spPr>
              <a:xfrm>
                <a:off x="859254" y="4688485"/>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0" name="Freeform: Shape 379">
                <a:extLst>
                  <a:ext uri="{FF2B5EF4-FFF2-40B4-BE49-F238E27FC236}">
                    <a16:creationId xmlns:a16="http://schemas.microsoft.com/office/drawing/2014/main" id="{CF936970-C084-12F4-EA0E-7E7D4241DA67}"/>
                  </a:ext>
                </a:extLst>
              </p:cNvPr>
              <p:cNvSpPr/>
              <p:nvPr/>
            </p:nvSpPr>
            <p:spPr>
              <a:xfrm>
                <a:off x="670646" y="451702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1" name="Freeform: Shape 380">
                <a:extLst>
                  <a:ext uri="{FF2B5EF4-FFF2-40B4-BE49-F238E27FC236}">
                    <a16:creationId xmlns:a16="http://schemas.microsoft.com/office/drawing/2014/main" id="{4C43F558-CD7F-3F43-02B9-E344BC17CE6A}"/>
                  </a:ext>
                </a:extLst>
              </p:cNvPr>
              <p:cNvSpPr/>
              <p:nvPr/>
            </p:nvSpPr>
            <p:spPr>
              <a:xfrm>
                <a:off x="497701" y="4329790"/>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2" name="Freeform: Shape 381">
                <a:extLst>
                  <a:ext uri="{FF2B5EF4-FFF2-40B4-BE49-F238E27FC236}">
                    <a16:creationId xmlns:a16="http://schemas.microsoft.com/office/drawing/2014/main" id="{8DD5A5E0-5A8D-126C-FF70-1181DE2E7EE2}"/>
                  </a:ext>
                </a:extLst>
              </p:cNvPr>
              <p:cNvSpPr/>
              <p:nvPr/>
            </p:nvSpPr>
            <p:spPr>
              <a:xfrm>
                <a:off x="341692" y="4128163"/>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3" name="Freeform: Shape 382">
                <a:extLst>
                  <a:ext uri="{FF2B5EF4-FFF2-40B4-BE49-F238E27FC236}">
                    <a16:creationId xmlns:a16="http://schemas.microsoft.com/office/drawing/2014/main" id="{5331801D-D486-CED5-73E8-17FD2878F5AA}"/>
                  </a:ext>
                </a:extLst>
              </p:cNvPr>
              <p:cNvSpPr/>
              <p:nvPr/>
            </p:nvSpPr>
            <p:spPr>
              <a:xfrm>
                <a:off x="203781" y="3913729"/>
                <a:ext cx="99702" cy="99702"/>
              </a:xfrm>
              <a:custGeom>
                <a:avLst/>
                <a:gdLst>
                  <a:gd name="connsiteX0" fmla="*/ 99702 w 99702"/>
                  <a:gd name="connsiteY0" fmla="*/ 49851 h 99702"/>
                  <a:gd name="connsiteX1" fmla="*/ 49851 w 99702"/>
                  <a:gd name="connsiteY1" fmla="*/ 99703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3"/>
                      <a:pt x="49851" y="99703"/>
                    </a:cubicBezTo>
                    <a:cubicBezTo>
                      <a:pt x="22319" y="99703"/>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4" name="Freeform: Shape 383">
                <a:extLst>
                  <a:ext uri="{FF2B5EF4-FFF2-40B4-BE49-F238E27FC236}">
                    <a16:creationId xmlns:a16="http://schemas.microsoft.com/office/drawing/2014/main" id="{595A4B25-48F4-DBCE-DD9B-CDBE01A44F34}"/>
                  </a:ext>
                </a:extLst>
              </p:cNvPr>
              <p:cNvSpPr/>
              <p:nvPr/>
            </p:nvSpPr>
            <p:spPr>
              <a:xfrm>
                <a:off x="85133" y="3688076"/>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5" name="Freeform: Shape 384">
                <a:extLst>
                  <a:ext uri="{FF2B5EF4-FFF2-40B4-BE49-F238E27FC236}">
                    <a16:creationId xmlns:a16="http://schemas.microsoft.com/office/drawing/2014/main" id="{7A7E8B3A-5613-12D9-E33B-5EA7FB58CB55}"/>
                  </a:ext>
                </a:extLst>
              </p:cNvPr>
              <p:cNvSpPr/>
              <p:nvPr/>
            </p:nvSpPr>
            <p:spPr>
              <a:xfrm>
                <a:off x="-13404" y="3453003"/>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6" name="Freeform: Shape 385">
                <a:extLst>
                  <a:ext uri="{FF2B5EF4-FFF2-40B4-BE49-F238E27FC236}">
                    <a16:creationId xmlns:a16="http://schemas.microsoft.com/office/drawing/2014/main" id="{8379DFFD-AAB2-5249-B8E7-ED10CB14BA7D}"/>
                  </a:ext>
                </a:extLst>
              </p:cNvPr>
              <p:cNvSpPr/>
              <p:nvPr/>
            </p:nvSpPr>
            <p:spPr>
              <a:xfrm>
                <a:off x="-91091" y="3210204"/>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7" name="Freeform: Shape 386">
                <a:extLst>
                  <a:ext uri="{FF2B5EF4-FFF2-40B4-BE49-F238E27FC236}">
                    <a16:creationId xmlns:a16="http://schemas.microsoft.com/office/drawing/2014/main" id="{6FBB4B01-5BC6-9654-5D8A-5F9D355809AA}"/>
                  </a:ext>
                </a:extLst>
              </p:cNvPr>
              <p:cNvSpPr/>
              <p:nvPr/>
            </p:nvSpPr>
            <p:spPr>
              <a:xfrm>
                <a:off x="-147398" y="2961478"/>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8" name="Freeform: Shape 387">
                <a:extLst>
                  <a:ext uri="{FF2B5EF4-FFF2-40B4-BE49-F238E27FC236}">
                    <a16:creationId xmlns:a16="http://schemas.microsoft.com/office/drawing/2014/main" id="{08B7CB41-3D22-6C8D-1D88-238F7C67A4D6}"/>
                  </a:ext>
                </a:extLst>
              </p:cNvPr>
              <p:cNvSpPr/>
              <p:nvPr/>
            </p:nvSpPr>
            <p:spPr>
              <a:xfrm>
                <a:off x="-181797" y="2708941"/>
                <a:ext cx="99702" cy="99702"/>
              </a:xfrm>
              <a:custGeom>
                <a:avLst/>
                <a:gdLst>
                  <a:gd name="connsiteX0" fmla="*/ 99702 w 99702"/>
                  <a:gd name="connsiteY0" fmla="*/ 49851 h 99702"/>
                  <a:gd name="connsiteX1" fmla="*/ 49851 w 99702"/>
                  <a:gd name="connsiteY1" fmla="*/ 99702 h 99702"/>
                  <a:gd name="connsiteX2" fmla="*/ 0 w 99702"/>
                  <a:gd name="connsiteY2" fmla="*/ 49851 h 99702"/>
                  <a:gd name="connsiteX3" fmla="*/ 49851 w 99702"/>
                  <a:gd name="connsiteY3" fmla="*/ 0 h 99702"/>
                  <a:gd name="connsiteX4" fmla="*/ 99702 w 99702"/>
                  <a:gd name="connsiteY4" fmla="*/ 49851 h 9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2" h="99702">
                    <a:moveTo>
                      <a:pt x="99702" y="49851"/>
                    </a:moveTo>
                    <a:cubicBezTo>
                      <a:pt x="99702" y="77383"/>
                      <a:pt x="77383" y="99702"/>
                      <a:pt x="49851" y="99702"/>
                    </a:cubicBezTo>
                    <a:cubicBezTo>
                      <a:pt x="22319" y="99702"/>
                      <a:pt x="0" y="77383"/>
                      <a:pt x="0" y="49851"/>
                    </a:cubicBezTo>
                    <a:cubicBezTo>
                      <a:pt x="0" y="22319"/>
                      <a:pt x="22319" y="0"/>
                      <a:pt x="49851" y="0"/>
                    </a:cubicBezTo>
                    <a:cubicBezTo>
                      <a:pt x="77383" y="0"/>
                      <a:pt x="99702" y="22319"/>
                      <a:pt x="99702" y="4985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3" name="Graphic 9">
              <a:extLst>
                <a:ext uri="{FF2B5EF4-FFF2-40B4-BE49-F238E27FC236}">
                  <a16:creationId xmlns:a16="http://schemas.microsoft.com/office/drawing/2014/main" id="{DDEE7A39-7B58-FA8F-F424-6753C7FCF81A}"/>
                </a:ext>
              </a:extLst>
            </p:cNvPr>
            <p:cNvGrpSpPr/>
            <p:nvPr/>
          </p:nvGrpSpPr>
          <p:grpSpPr>
            <a:xfrm>
              <a:off x="-1553072" y="-1554188"/>
              <a:ext cx="8334146" cy="8334146"/>
              <a:chOff x="-416340" y="-705488"/>
              <a:chExt cx="6392795" cy="6392795"/>
            </a:xfrm>
            <a:solidFill>
              <a:schemeClr val="accent1">
                <a:lumMod val="20000"/>
                <a:lumOff val="80000"/>
                <a:alpha val="20000"/>
              </a:schemeClr>
            </a:solidFill>
          </p:grpSpPr>
          <p:sp>
            <p:nvSpPr>
              <p:cNvPr id="245" name="Freeform: Shape 244">
                <a:extLst>
                  <a:ext uri="{FF2B5EF4-FFF2-40B4-BE49-F238E27FC236}">
                    <a16:creationId xmlns:a16="http://schemas.microsoft.com/office/drawing/2014/main" id="{7ED061A9-53C0-036A-D7C9-F55F47F674EE}"/>
                  </a:ext>
                </a:extLst>
              </p:cNvPr>
              <p:cNvSpPr/>
              <p:nvPr/>
            </p:nvSpPr>
            <p:spPr>
              <a:xfrm>
                <a:off x="-416340" y="243735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6" name="Freeform: Shape 245">
                <a:extLst>
                  <a:ext uri="{FF2B5EF4-FFF2-40B4-BE49-F238E27FC236}">
                    <a16:creationId xmlns:a16="http://schemas.microsoft.com/office/drawing/2014/main" id="{4A1B7C82-59F9-F14F-F5E8-CC905715050D}"/>
                  </a:ext>
                </a:extLst>
              </p:cNvPr>
              <p:cNvSpPr/>
              <p:nvPr/>
            </p:nvSpPr>
            <p:spPr>
              <a:xfrm>
                <a:off x="-404380" y="216364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7" name="Freeform: Shape 246">
                <a:extLst>
                  <a:ext uri="{FF2B5EF4-FFF2-40B4-BE49-F238E27FC236}">
                    <a16:creationId xmlns:a16="http://schemas.microsoft.com/office/drawing/2014/main" id="{68C97D04-810A-4676-5B41-283954DF72B2}"/>
                  </a:ext>
                </a:extLst>
              </p:cNvPr>
              <p:cNvSpPr/>
              <p:nvPr/>
            </p:nvSpPr>
            <p:spPr>
              <a:xfrm>
                <a:off x="-368606" y="189195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8" name="Freeform: Shape 247">
                <a:extLst>
                  <a:ext uri="{FF2B5EF4-FFF2-40B4-BE49-F238E27FC236}">
                    <a16:creationId xmlns:a16="http://schemas.microsoft.com/office/drawing/2014/main" id="{856A6D8B-46AA-881E-416B-7FC24178EEF0}"/>
                  </a:ext>
                </a:extLst>
              </p:cNvPr>
              <p:cNvSpPr/>
              <p:nvPr/>
            </p:nvSpPr>
            <p:spPr>
              <a:xfrm>
                <a:off x="-309335" y="162449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9" name="Freeform: Shape 248">
                <a:extLst>
                  <a:ext uri="{FF2B5EF4-FFF2-40B4-BE49-F238E27FC236}">
                    <a16:creationId xmlns:a16="http://schemas.microsoft.com/office/drawing/2014/main" id="{1FE93941-971C-86F3-1680-D19464CF21E1}"/>
                  </a:ext>
                </a:extLst>
              </p:cNvPr>
              <p:cNvSpPr/>
              <p:nvPr/>
            </p:nvSpPr>
            <p:spPr>
              <a:xfrm>
                <a:off x="-227097" y="136317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0" name="Freeform: Shape 249">
                <a:extLst>
                  <a:ext uri="{FF2B5EF4-FFF2-40B4-BE49-F238E27FC236}">
                    <a16:creationId xmlns:a16="http://schemas.microsoft.com/office/drawing/2014/main" id="{3885FFDD-D960-C0C1-30C8-065ED5468994}"/>
                  </a:ext>
                </a:extLst>
              </p:cNvPr>
              <p:cNvSpPr/>
              <p:nvPr/>
            </p:nvSpPr>
            <p:spPr>
              <a:xfrm>
                <a:off x="-122314" y="111000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1" name="Freeform: Shape 250">
                <a:extLst>
                  <a:ext uri="{FF2B5EF4-FFF2-40B4-BE49-F238E27FC236}">
                    <a16:creationId xmlns:a16="http://schemas.microsoft.com/office/drawing/2014/main" id="{1E5BA8A3-2DF0-2723-3319-DF3CAA5FF6FF}"/>
                  </a:ext>
                </a:extLst>
              </p:cNvPr>
              <p:cNvSpPr/>
              <p:nvPr/>
            </p:nvSpPr>
            <p:spPr>
              <a:xfrm>
                <a:off x="4165" y="86699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2" name="Freeform: Shape 251">
                <a:extLst>
                  <a:ext uri="{FF2B5EF4-FFF2-40B4-BE49-F238E27FC236}">
                    <a16:creationId xmlns:a16="http://schemas.microsoft.com/office/drawing/2014/main" id="{1521CC08-304C-8BAB-9839-9879B0C032B1}"/>
                  </a:ext>
                </a:extLst>
              </p:cNvPr>
              <p:cNvSpPr/>
              <p:nvPr/>
            </p:nvSpPr>
            <p:spPr>
              <a:xfrm>
                <a:off x="151284" y="635833"/>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3" name="Freeform: Shape 252">
                <a:extLst>
                  <a:ext uri="{FF2B5EF4-FFF2-40B4-BE49-F238E27FC236}">
                    <a16:creationId xmlns:a16="http://schemas.microsoft.com/office/drawing/2014/main" id="{ACBB072F-7B6A-269E-C41C-AC9AAA30A5AF}"/>
                  </a:ext>
                </a:extLst>
              </p:cNvPr>
              <p:cNvSpPr/>
              <p:nvPr/>
            </p:nvSpPr>
            <p:spPr>
              <a:xfrm>
                <a:off x="317983" y="418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4" name="Freeform: Shape 253">
                <a:extLst>
                  <a:ext uri="{FF2B5EF4-FFF2-40B4-BE49-F238E27FC236}">
                    <a16:creationId xmlns:a16="http://schemas.microsoft.com/office/drawing/2014/main" id="{C7B2E089-CBD7-4585-E269-7286A89C9C9D}"/>
                  </a:ext>
                </a:extLst>
              </p:cNvPr>
              <p:cNvSpPr/>
              <p:nvPr/>
            </p:nvSpPr>
            <p:spPr>
              <a:xfrm>
                <a:off x="502888" y="216280"/>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5" name="Freeform: Shape 254">
                <a:extLst>
                  <a:ext uri="{FF2B5EF4-FFF2-40B4-BE49-F238E27FC236}">
                    <a16:creationId xmlns:a16="http://schemas.microsoft.com/office/drawing/2014/main" id="{1939215A-7D5A-9A24-65CF-81BEBAB56B28}"/>
                  </a:ext>
                </a:extLst>
              </p:cNvPr>
              <p:cNvSpPr/>
              <p:nvPr/>
            </p:nvSpPr>
            <p:spPr>
              <a:xfrm>
                <a:off x="704832" y="3105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6" name="Freeform: Shape 255">
                <a:extLst>
                  <a:ext uri="{FF2B5EF4-FFF2-40B4-BE49-F238E27FC236}">
                    <a16:creationId xmlns:a16="http://schemas.microsoft.com/office/drawing/2014/main" id="{51EDCDAA-9B97-12B6-9A2A-83ADB513FA6E}"/>
                  </a:ext>
                </a:extLst>
              </p:cNvPr>
              <p:cNvSpPr/>
              <p:nvPr/>
            </p:nvSpPr>
            <p:spPr>
              <a:xfrm>
                <a:off x="922124" y="-135852"/>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7" name="Freeform: Shape 256">
                <a:extLst>
                  <a:ext uri="{FF2B5EF4-FFF2-40B4-BE49-F238E27FC236}">
                    <a16:creationId xmlns:a16="http://schemas.microsoft.com/office/drawing/2014/main" id="{7D6A95DF-74FA-4ACE-D4B5-9BA11500FD50}"/>
                  </a:ext>
                </a:extLst>
              </p:cNvPr>
              <p:cNvSpPr/>
              <p:nvPr/>
            </p:nvSpPr>
            <p:spPr>
              <a:xfrm>
                <a:off x="1153069" y="-28318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8" name="Freeform: Shape 257">
                <a:extLst>
                  <a:ext uri="{FF2B5EF4-FFF2-40B4-BE49-F238E27FC236}">
                    <a16:creationId xmlns:a16="http://schemas.microsoft.com/office/drawing/2014/main" id="{B983706E-D5BE-85A0-A798-89FBCD964830}"/>
                  </a:ext>
                </a:extLst>
              </p:cNvPr>
              <p:cNvSpPr/>
              <p:nvPr/>
            </p:nvSpPr>
            <p:spPr>
              <a:xfrm>
                <a:off x="1395974" y="-40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59" name="Freeform: Shape 258">
                <a:extLst>
                  <a:ext uri="{FF2B5EF4-FFF2-40B4-BE49-F238E27FC236}">
                    <a16:creationId xmlns:a16="http://schemas.microsoft.com/office/drawing/2014/main" id="{D82CDD35-0174-3E6A-7806-221143B94782}"/>
                  </a:ext>
                </a:extLst>
              </p:cNvPr>
              <p:cNvSpPr/>
              <p:nvPr/>
            </p:nvSpPr>
            <p:spPr>
              <a:xfrm>
                <a:off x="1649040" y="-51497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0" name="Freeform: Shape 259">
                <a:extLst>
                  <a:ext uri="{FF2B5EF4-FFF2-40B4-BE49-F238E27FC236}">
                    <a16:creationId xmlns:a16="http://schemas.microsoft.com/office/drawing/2014/main" id="{F154F406-0786-23BB-C670-63133BB83E0B}"/>
                  </a:ext>
                </a:extLst>
              </p:cNvPr>
              <p:cNvSpPr/>
              <p:nvPr/>
            </p:nvSpPr>
            <p:spPr>
              <a:xfrm>
                <a:off x="1910255" y="-5976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1" name="Freeform: Shape 260">
                <a:extLst>
                  <a:ext uri="{FF2B5EF4-FFF2-40B4-BE49-F238E27FC236}">
                    <a16:creationId xmlns:a16="http://schemas.microsoft.com/office/drawing/2014/main" id="{4A5F1A4E-857F-0994-3F3F-DF823D2DF286}"/>
                  </a:ext>
                </a:extLst>
              </p:cNvPr>
              <p:cNvSpPr/>
              <p:nvPr/>
            </p:nvSpPr>
            <p:spPr>
              <a:xfrm>
                <a:off x="2177610" y="-65722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2" name="Freeform: Shape 261">
                <a:extLst>
                  <a:ext uri="{FF2B5EF4-FFF2-40B4-BE49-F238E27FC236}">
                    <a16:creationId xmlns:a16="http://schemas.microsoft.com/office/drawing/2014/main" id="{E72238D3-D990-B709-29E4-EB79DEB657AC}"/>
                  </a:ext>
                </a:extLst>
              </p:cNvPr>
              <p:cNvSpPr/>
              <p:nvPr/>
            </p:nvSpPr>
            <p:spPr>
              <a:xfrm>
                <a:off x="2449198" y="-693211"/>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3" name="Freeform: Shape 262">
                <a:extLst>
                  <a:ext uri="{FF2B5EF4-FFF2-40B4-BE49-F238E27FC236}">
                    <a16:creationId xmlns:a16="http://schemas.microsoft.com/office/drawing/2014/main" id="{284EADC8-8B23-98BA-17A3-3347DA29A1C0}"/>
                  </a:ext>
                </a:extLst>
              </p:cNvPr>
              <p:cNvSpPr/>
              <p:nvPr/>
            </p:nvSpPr>
            <p:spPr>
              <a:xfrm>
                <a:off x="2722902" y="-7054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4" name="Freeform: Shape 263">
                <a:extLst>
                  <a:ext uri="{FF2B5EF4-FFF2-40B4-BE49-F238E27FC236}">
                    <a16:creationId xmlns:a16="http://schemas.microsoft.com/office/drawing/2014/main" id="{40CFCD71-FC33-5EC4-50FF-0D4881917ECC}"/>
                  </a:ext>
                </a:extLst>
              </p:cNvPr>
              <p:cNvSpPr/>
              <p:nvPr/>
            </p:nvSpPr>
            <p:spPr>
              <a:xfrm>
                <a:off x="2996713" y="-69384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5" name="Freeform: Shape 264">
                <a:extLst>
                  <a:ext uri="{FF2B5EF4-FFF2-40B4-BE49-F238E27FC236}">
                    <a16:creationId xmlns:a16="http://schemas.microsoft.com/office/drawing/2014/main" id="{C07EE3D0-CAA5-CABA-2F9A-490430EC23C0}"/>
                  </a:ext>
                </a:extLst>
              </p:cNvPr>
              <p:cNvSpPr/>
              <p:nvPr/>
            </p:nvSpPr>
            <p:spPr>
              <a:xfrm>
                <a:off x="3268407" y="-65838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6" name="Freeform: Shape 265">
                <a:extLst>
                  <a:ext uri="{FF2B5EF4-FFF2-40B4-BE49-F238E27FC236}">
                    <a16:creationId xmlns:a16="http://schemas.microsoft.com/office/drawing/2014/main" id="{458C1C2E-3191-4D06-A2C5-4CA1065C6D67}"/>
                  </a:ext>
                </a:extLst>
              </p:cNvPr>
              <p:cNvSpPr/>
              <p:nvPr/>
            </p:nvSpPr>
            <p:spPr>
              <a:xfrm>
                <a:off x="3535973" y="-599436"/>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7" name="Freeform: Shape 266">
                <a:extLst>
                  <a:ext uri="{FF2B5EF4-FFF2-40B4-BE49-F238E27FC236}">
                    <a16:creationId xmlns:a16="http://schemas.microsoft.com/office/drawing/2014/main" id="{D7BA1040-ACAB-07F6-C506-3CE8FDDFA8C0}"/>
                  </a:ext>
                </a:extLst>
              </p:cNvPr>
              <p:cNvSpPr/>
              <p:nvPr/>
            </p:nvSpPr>
            <p:spPr>
              <a:xfrm>
                <a:off x="3797294" y="-51740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8" name="Freeform: Shape 267">
                <a:extLst>
                  <a:ext uri="{FF2B5EF4-FFF2-40B4-BE49-F238E27FC236}">
                    <a16:creationId xmlns:a16="http://schemas.microsoft.com/office/drawing/2014/main" id="{91C42319-8938-3481-FBF5-714F5C802741}"/>
                  </a:ext>
                </a:extLst>
              </p:cNvPr>
              <p:cNvSpPr/>
              <p:nvPr/>
            </p:nvSpPr>
            <p:spPr>
              <a:xfrm>
                <a:off x="4050572" y="-41294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69" name="Freeform: Shape 268">
                <a:extLst>
                  <a:ext uri="{FF2B5EF4-FFF2-40B4-BE49-F238E27FC236}">
                    <a16:creationId xmlns:a16="http://schemas.microsoft.com/office/drawing/2014/main" id="{6FC9F3BA-701A-91E5-9C2C-051FF0BFB576}"/>
                  </a:ext>
                </a:extLst>
              </p:cNvPr>
              <p:cNvSpPr/>
              <p:nvPr/>
            </p:nvSpPr>
            <p:spPr>
              <a:xfrm>
                <a:off x="4293794" y="-28678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0" name="Freeform: Shape 269">
                <a:extLst>
                  <a:ext uri="{FF2B5EF4-FFF2-40B4-BE49-F238E27FC236}">
                    <a16:creationId xmlns:a16="http://schemas.microsoft.com/office/drawing/2014/main" id="{A5C9B4AA-D3FF-4A2A-17E9-8F42B6455F8E}"/>
                  </a:ext>
                </a:extLst>
              </p:cNvPr>
              <p:cNvSpPr/>
              <p:nvPr/>
            </p:nvSpPr>
            <p:spPr>
              <a:xfrm>
                <a:off x="4525163" y="-13998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1" name="Freeform: Shape 270">
                <a:extLst>
                  <a:ext uri="{FF2B5EF4-FFF2-40B4-BE49-F238E27FC236}">
                    <a16:creationId xmlns:a16="http://schemas.microsoft.com/office/drawing/2014/main" id="{A8C8D377-2FA6-1515-7610-5EFCB90EFB8B}"/>
                  </a:ext>
                </a:extLst>
              </p:cNvPr>
              <p:cNvSpPr/>
              <p:nvPr/>
            </p:nvSpPr>
            <p:spPr>
              <a:xfrm>
                <a:off x="4742772" y="2650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2" name="Freeform: Shape 271">
                <a:extLst>
                  <a:ext uri="{FF2B5EF4-FFF2-40B4-BE49-F238E27FC236}">
                    <a16:creationId xmlns:a16="http://schemas.microsoft.com/office/drawing/2014/main" id="{1217CA55-4DB0-96C8-62CE-DC1987EDB43C}"/>
                  </a:ext>
                </a:extLst>
              </p:cNvPr>
              <p:cNvSpPr/>
              <p:nvPr/>
            </p:nvSpPr>
            <p:spPr>
              <a:xfrm>
                <a:off x="4945034" y="21130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3" name="Freeform: Shape 272">
                <a:extLst>
                  <a:ext uri="{FF2B5EF4-FFF2-40B4-BE49-F238E27FC236}">
                    <a16:creationId xmlns:a16="http://schemas.microsoft.com/office/drawing/2014/main" id="{1948FA14-D1CA-EFE3-C29B-6BA8C93D27F5}"/>
                  </a:ext>
                </a:extLst>
              </p:cNvPr>
              <p:cNvSpPr/>
              <p:nvPr/>
            </p:nvSpPr>
            <p:spPr>
              <a:xfrm>
                <a:off x="5130467" y="4129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4" name="Freeform: Shape 273">
                <a:extLst>
                  <a:ext uri="{FF2B5EF4-FFF2-40B4-BE49-F238E27FC236}">
                    <a16:creationId xmlns:a16="http://schemas.microsoft.com/office/drawing/2014/main" id="{16828884-E357-AEFC-02B2-E819B6A949B4}"/>
                  </a:ext>
                </a:extLst>
              </p:cNvPr>
              <p:cNvSpPr/>
              <p:nvPr/>
            </p:nvSpPr>
            <p:spPr>
              <a:xfrm>
                <a:off x="5297696" y="63001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5" name="Freeform: Shape 274">
                <a:extLst>
                  <a:ext uri="{FF2B5EF4-FFF2-40B4-BE49-F238E27FC236}">
                    <a16:creationId xmlns:a16="http://schemas.microsoft.com/office/drawing/2014/main" id="{B00EC828-A789-F7F3-3EF2-F65C166690C1}"/>
                  </a:ext>
                </a:extLst>
              </p:cNvPr>
              <p:cNvSpPr/>
              <p:nvPr/>
            </p:nvSpPr>
            <p:spPr>
              <a:xfrm>
                <a:off x="5445344" y="86085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6" name="Freeform: Shape 275">
                <a:extLst>
                  <a:ext uri="{FF2B5EF4-FFF2-40B4-BE49-F238E27FC236}">
                    <a16:creationId xmlns:a16="http://schemas.microsoft.com/office/drawing/2014/main" id="{42145277-0402-334A-0ABA-3BD67DC88557}"/>
                  </a:ext>
                </a:extLst>
              </p:cNvPr>
              <p:cNvSpPr/>
              <p:nvPr/>
            </p:nvSpPr>
            <p:spPr>
              <a:xfrm>
                <a:off x="5572248" y="110354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7" name="Freeform: Shape 276">
                <a:extLst>
                  <a:ext uri="{FF2B5EF4-FFF2-40B4-BE49-F238E27FC236}">
                    <a16:creationId xmlns:a16="http://schemas.microsoft.com/office/drawing/2014/main" id="{4701A036-D6F2-878F-A024-73674BD0C733}"/>
                  </a:ext>
                </a:extLst>
              </p:cNvPr>
              <p:cNvSpPr/>
              <p:nvPr/>
            </p:nvSpPr>
            <p:spPr>
              <a:xfrm>
                <a:off x="5677665" y="135650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8" name="Freeform: Shape 277">
                <a:extLst>
                  <a:ext uri="{FF2B5EF4-FFF2-40B4-BE49-F238E27FC236}">
                    <a16:creationId xmlns:a16="http://schemas.microsoft.com/office/drawing/2014/main" id="{41E8BD65-F821-673B-98ED-51594827E45D}"/>
                  </a:ext>
                </a:extLst>
              </p:cNvPr>
              <p:cNvSpPr/>
              <p:nvPr/>
            </p:nvSpPr>
            <p:spPr>
              <a:xfrm>
                <a:off x="5760539" y="1617614"/>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79" name="Freeform: Shape 278">
                <a:extLst>
                  <a:ext uri="{FF2B5EF4-FFF2-40B4-BE49-F238E27FC236}">
                    <a16:creationId xmlns:a16="http://schemas.microsoft.com/office/drawing/2014/main" id="{C5CC83DB-D148-296D-C503-F31A13244870}"/>
                  </a:ext>
                </a:extLst>
              </p:cNvPr>
              <p:cNvSpPr/>
              <p:nvPr/>
            </p:nvSpPr>
            <p:spPr>
              <a:xfrm>
                <a:off x="5820445" y="18849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0" name="Freeform: Shape 279">
                <a:extLst>
                  <a:ext uri="{FF2B5EF4-FFF2-40B4-BE49-F238E27FC236}">
                    <a16:creationId xmlns:a16="http://schemas.microsoft.com/office/drawing/2014/main" id="{84C26234-16F8-3B97-A69E-9F5A6B9C2E38}"/>
                  </a:ext>
                </a:extLst>
              </p:cNvPr>
              <p:cNvSpPr/>
              <p:nvPr/>
            </p:nvSpPr>
            <p:spPr>
              <a:xfrm>
                <a:off x="5856748" y="215655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1" name="Freeform: Shape 280">
                <a:extLst>
                  <a:ext uri="{FF2B5EF4-FFF2-40B4-BE49-F238E27FC236}">
                    <a16:creationId xmlns:a16="http://schemas.microsoft.com/office/drawing/2014/main" id="{D796D187-D392-A740-BD2A-05BCB5A6ADAC}"/>
                  </a:ext>
                </a:extLst>
              </p:cNvPr>
              <p:cNvSpPr/>
              <p:nvPr/>
            </p:nvSpPr>
            <p:spPr>
              <a:xfrm>
                <a:off x="5869343" y="243026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2" name="Freeform: Shape 281">
                <a:extLst>
                  <a:ext uri="{FF2B5EF4-FFF2-40B4-BE49-F238E27FC236}">
                    <a16:creationId xmlns:a16="http://schemas.microsoft.com/office/drawing/2014/main" id="{8915001F-B237-306F-CDCB-EA910F59CDB3}"/>
                  </a:ext>
                </a:extLst>
              </p:cNvPr>
              <p:cNvSpPr/>
              <p:nvPr/>
            </p:nvSpPr>
            <p:spPr>
              <a:xfrm>
                <a:off x="5858018" y="2703966"/>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3" name="Freeform: Shape 282">
                <a:extLst>
                  <a:ext uri="{FF2B5EF4-FFF2-40B4-BE49-F238E27FC236}">
                    <a16:creationId xmlns:a16="http://schemas.microsoft.com/office/drawing/2014/main" id="{576AA367-7C45-56C1-82EC-6AD446D8923E}"/>
                  </a:ext>
                </a:extLst>
              </p:cNvPr>
              <p:cNvSpPr/>
              <p:nvPr/>
            </p:nvSpPr>
            <p:spPr>
              <a:xfrm>
                <a:off x="5822879" y="2975660"/>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4" name="Freeform: Shape 283">
                <a:extLst>
                  <a:ext uri="{FF2B5EF4-FFF2-40B4-BE49-F238E27FC236}">
                    <a16:creationId xmlns:a16="http://schemas.microsoft.com/office/drawing/2014/main" id="{8240A72E-2DB1-C00D-3A42-B42A75619042}"/>
                  </a:ext>
                </a:extLst>
              </p:cNvPr>
              <p:cNvSpPr/>
              <p:nvPr/>
            </p:nvSpPr>
            <p:spPr>
              <a:xfrm>
                <a:off x="5764243" y="324333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5" name="Freeform: Shape 284">
                <a:extLst>
                  <a:ext uri="{FF2B5EF4-FFF2-40B4-BE49-F238E27FC236}">
                    <a16:creationId xmlns:a16="http://schemas.microsoft.com/office/drawing/2014/main" id="{9064C2FF-AAC2-37BE-14A0-23CFB227A2BA}"/>
                  </a:ext>
                </a:extLst>
              </p:cNvPr>
              <p:cNvSpPr/>
              <p:nvPr/>
            </p:nvSpPr>
            <p:spPr>
              <a:xfrm>
                <a:off x="5682534" y="3504865"/>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8"/>
                      <a:pt x="23977"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6" name="Freeform: Shape 285">
                <a:extLst>
                  <a:ext uri="{FF2B5EF4-FFF2-40B4-BE49-F238E27FC236}">
                    <a16:creationId xmlns:a16="http://schemas.microsoft.com/office/drawing/2014/main" id="{50482D02-7A64-DCE0-6636-CD94FEBF1612}"/>
                  </a:ext>
                </a:extLst>
              </p:cNvPr>
              <p:cNvSpPr/>
              <p:nvPr/>
            </p:nvSpPr>
            <p:spPr>
              <a:xfrm>
                <a:off x="5578281" y="375824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7" name="Freeform: Shape 286">
                <a:extLst>
                  <a:ext uri="{FF2B5EF4-FFF2-40B4-BE49-F238E27FC236}">
                    <a16:creationId xmlns:a16="http://schemas.microsoft.com/office/drawing/2014/main" id="{991D93C5-7ABF-5384-7891-D1A62AE0B372}"/>
                  </a:ext>
                </a:extLst>
              </p:cNvPr>
              <p:cNvSpPr/>
              <p:nvPr/>
            </p:nvSpPr>
            <p:spPr>
              <a:xfrm>
                <a:off x="5452436" y="4001577"/>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8" name="Freeform: Shape 287">
                <a:extLst>
                  <a:ext uri="{FF2B5EF4-FFF2-40B4-BE49-F238E27FC236}">
                    <a16:creationId xmlns:a16="http://schemas.microsoft.com/office/drawing/2014/main" id="{6CCC8391-AD0E-EB1B-22B6-D4838B87F925}"/>
                  </a:ext>
                </a:extLst>
              </p:cNvPr>
              <p:cNvSpPr/>
              <p:nvPr/>
            </p:nvSpPr>
            <p:spPr>
              <a:xfrm>
                <a:off x="5305846" y="4233051"/>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7"/>
                      <a:pt x="23978" y="0"/>
                      <a:pt x="53556" y="0"/>
                    </a:cubicBezTo>
                    <a:cubicBezTo>
                      <a:pt x="83134"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9" name="Freeform: Shape 288">
                <a:extLst>
                  <a:ext uri="{FF2B5EF4-FFF2-40B4-BE49-F238E27FC236}">
                    <a16:creationId xmlns:a16="http://schemas.microsoft.com/office/drawing/2014/main" id="{F7C55F63-3494-BF20-4426-B1A163BFA254}"/>
                  </a:ext>
                </a:extLst>
              </p:cNvPr>
              <p:cNvSpPr/>
              <p:nvPr/>
            </p:nvSpPr>
            <p:spPr>
              <a:xfrm>
                <a:off x="5139676" y="445087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0" name="Freeform: Shape 289">
                <a:extLst>
                  <a:ext uri="{FF2B5EF4-FFF2-40B4-BE49-F238E27FC236}">
                    <a16:creationId xmlns:a16="http://schemas.microsoft.com/office/drawing/2014/main" id="{60127A32-32EF-5671-5F41-CED6310FD984}"/>
                  </a:ext>
                </a:extLst>
              </p:cNvPr>
              <p:cNvSpPr/>
              <p:nvPr/>
            </p:nvSpPr>
            <p:spPr>
              <a:xfrm>
                <a:off x="4955089" y="465334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1" name="Freeform: Shape 290">
                <a:extLst>
                  <a:ext uri="{FF2B5EF4-FFF2-40B4-BE49-F238E27FC236}">
                    <a16:creationId xmlns:a16="http://schemas.microsoft.com/office/drawing/2014/main" id="{1982197A-187D-6661-7611-4DBD76FF5574}"/>
                  </a:ext>
                </a:extLst>
              </p:cNvPr>
              <p:cNvSpPr/>
              <p:nvPr/>
            </p:nvSpPr>
            <p:spPr>
              <a:xfrm>
                <a:off x="4753673" y="483909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4"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2" name="Freeform: Shape 291">
                <a:extLst>
                  <a:ext uri="{FF2B5EF4-FFF2-40B4-BE49-F238E27FC236}">
                    <a16:creationId xmlns:a16="http://schemas.microsoft.com/office/drawing/2014/main" id="{A8668C83-5F47-36F4-976B-1A3901BF003B}"/>
                  </a:ext>
                </a:extLst>
              </p:cNvPr>
              <p:cNvSpPr/>
              <p:nvPr/>
            </p:nvSpPr>
            <p:spPr>
              <a:xfrm>
                <a:off x="4536805" y="500643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7" y="107111"/>
                      <a:pt x="0" y="83133"/>
                      <a:pt x="0" y="53555"/>
                    </a:cubicBezTo>
                    <a:cubicBezTo>
                      <a:pt x="0" y="23977"/>
                      <a:pt x="23977"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3" name="Freeform: Shape 292">
                <a:extLst>
                  <a:ext uri="{FF2B5EF4-FFF2-40B4-BE49-F238E27FC236}">
                    <a16:creationId xmlns:a16="http://schemas.microsoft.com/office/drawing/2014/main" id="{ACD0F596-D146-4F03-2116-53763BFAC13D}"/>
                  </a:ext>
                </a:extLst>
              </p:cNvPr>
              <p:cNvSpPr/>
              <p:nvPr/>
            </p:nvSpPr>
            <p:spPr>
              <a:xfrm>
                <a:off x="4306178" y="515439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4" name="Freeform: Shape 293">
                <a:extLst>
                  <a:ext uri="{FF2B5EF4-FFF2-40B4-BE49-F238E27FC236}">
                    <a16:creationId xmlns:a16="http://schemas.microsoft.com/office/drawing/2014/main" id="{ECF220AE-36A8-479F-C6CA-3F122BEED626}"/>
                  </a:ext>
                </a:extLst>
              </p:cNvPr>
              <p:cNvSpPr/>
              <p:nvPr/>
            </p:nvSpPr>
            <p:spPr>
              <a:xfrm>
                <a:off x="4063484" y="5281618"/>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5" name="Freeform: Shape 294">
                <a:extLst>
                  <a:ext uri="{FF2B5EF4-FFF2-40B4-BE49-F238E27FC236}">
                    <a16:creationId xmlns:a16="http://schemas.microsoft.com/office/drawing/2014/main" id="{C96AFF84-E9A9-98D4-72B7-B5B0315F1D92}"/>
                  </a:ext>
                </a:extLst>
              </p:cNvPr>
              <p:cNvSpPr/>
              <p:nvPr/>
            </p:nvSpPr>
            <p:spPr>
              <a:xfrm>
                <a:off x="3810736" y="5387247"/>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6" name="Freeform: Shape 295">
                <a:extLst>
                  <a:ext uri="{FF2B5EF4-FFF2-40B4-BE49-F238E27FC236}">
                    <a16:creationId xmlns:a16="http://schemas.microsoft.com/office/drawing/2014/main" id="{69E1D1E7-42B7-FC71-B3AE-36CEF8752F4F}"/>
                  </a:ext>
                </a:extLst>
              </p:cNvPr>
              <p:cNvSpPr/>
              <p:nvPr/>
            </p:nvSpPr>
            <p:spPr>
              <a:xfrm>
                <a:off x="3549626" y="5470438"/>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5" y="107111"/>
                    </a:cubicBezTo>
                    <a:cubicBezTo>
                      <a:pt x="23978" y="107111"/>
                      <a:pt x="0" y="83133"/>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7" name="Freeform: Shape 296">
                <a:extLst>
                  <a:ext uri="{FF2B5EF4-FFF2-40B4-BE49-F238E27FC236}">
                    <a16:creationId xmlns:a16="http://schemas.microsoft.com/office/drawing/2014/main" id="{7835EC82-806A-E3B1-2A4B-E10C4EDB4F3C}"/>
                  </a:ext>
                </a:extLst>
              </p:cNvPr>
              <p:cNvSpPr/>
              <p:nvPr/>
            </p:nvSpPr>
            <p:spPr>
              <a:xfrm>
                <a:off x="3282378" y="5530662"/>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8" name="Freeform: Shape 297">
                <a:extLst>
                  <a:ext uri="{FF2B5EF4-FFF2-40B4-BE49-F238E27FC236}">
                    <a16:creationId xmlns:a16="http://schemas.microsoft.com/office/drawing/2014/main" id="{49114549-05E6-D850-04C9-D164BD186408}"/>
                  </a:ext>
                </a:extLst>
              </p:cNvPr>
              <p:cNvSpPr/>
              <p:nvPr/>
            </p:nvSpPr>
            <p:spPr>
              <a:xfrm>
                <a:off x="3010896" y="5567283"/>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99" name="Freeform: Shape 298">
                <a:extLst>
                  <a:ext uri="{FF2B5EF4-FFF2-40B4-BE49-F238E27FC236}">
                    <a16:creationId xmlns:a16="http://schemas.microsoft.com/office/drawing/2014/main" id="{27773871-1862-756C-FFC1-FB368AFB1CB7}"/>
                  </a:ext>
                </a:extLst>
              </p:cNvPr>
              <p:cNvSpPr/>
              <p:nvPr/>
            </p:nvSpPr>
            <p:spPr>
              <a:xfrm>
                <a:off x="2737191" y="558019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4"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0" name="Freeform: Shape 299">
                <a:extLst>
                  <a:ext uri="{FF2B5EF4-FFF2-40B4-BE49-F238E27FC236}">
                    <a16:creationId xmlns:a16="http://schemas.microsoft.com/office/drawing/2014/main" id="{0DCC6FE1-2D22-D120-DA7D-D96E250F2374}"/>
                  </a:ext>
                </a:extLst>
              </p:cNvPr>
              <p:cNvSpPr/>
              <p:nvPr/>
            </p:nvSpPr>
            <p:spPr>
              <a:xfrm>
                <a:off x="2463380" y="5569188"/>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1" name="Freeform: Shape 300">
                <a:extLst>
                  <a:ext uri="{FF2B5EF4-FFF2-40B4-BE49-F238E27FC236}">
                    <a16:creationId xmlns:a16="http://schemas.microsoft.com/office/drawing/2014/main" id="{C19CFBE7-0EA3-B08C-9311-677FDF204183}"/>
                  </a:ext>
                </a:extLst>
              </p:cNvPr>
              <p:cNvSpPr/>
              <p:nvPr/>
            </p:nvSpPr>
            <p:spPr>
              <a:xfrm>
                <a:off x="2191686" y="5534366"/>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2" name="Freeform: Shape 301">
                <a:extLst>
                  <a:ext uri="{FF2B5EF4-FFF2-40B4-BE49-F238E27FC236}">
                    <a16:creationId xmlns:a16="http://schemas.microsoft.com/office/drawing/2014/main" id="{B6155D5D-48DD-32AA-BA45-27303CC21600}"/>
                  </a:ext>
                </a:extLst>
              </p:cNvPr>
              <p:cNvSpPr/>
              <p:nvPr/>
            </p:nvSpPr>
            <p:spPr>
              <a:xfrm>
                <a:off x="1924015" y="5476048"/>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7"/>
                      <a:pt x="23978" y="0"/>
                      <a:pt x="53555"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3" name="Freeform: Shape 302">
                <a:extLst>
                  <a:ext uri="{FF2B5EF4-FFF2-40B4-BE49-F238E27FC236}">
                    <a16:creationId xmlns:a16="http://schemas.microsoft.com/office/drawing/2014/main" id="{C05AC7F7-357D-4ADD-5FCA-EB68807FE256}"/>
                  </a:ext>
                </a:extLst>
              </p:cNvPr>
              <p:cNvSpPr/>
              <p:nvPr/>
            </p:nvSpPr>
            <p:spPr>
              <a:xfrm>
                <a:off x="1662376" y="5394550"/>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4" name="Freeform: Shape 303">
                <a:extLst>
                  <a:ext uri="{FF2B5EF4-FFF2-40B4-BE49-F238E27FC236}">
                    <a16:creationId xmlns:a16="http://schemas.microsoft.com/office/drawing/2014/main" id="{C5AFE2A3-6549-FE89-DD5D-101DF497C567}"/>
                  </a:ext>
                </a:extLst>
              </p:cNvPr>
              <p:cNvSpPr/>
              <p:nvPr/>
            </p:nvSpPr>
            <p:spPr>
              <a:xfrm>
                <a:off x="1408886" y="5290614"/>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4"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5" name="Freeform: Shape 304">
                <a:extLst>
                  <a:ext uri="{FF2B5EF4-FFF2-40B4-BE49-F238E27FC236}">
                    <a16:creationId xmlns:a16="http://schemas.microsoft.com/office/drawing/2014/main" id="{C7F54A58-4CCA-B7A4-D3E6-08140C3232DF}"/>
                  </a:ext>
                </a:extLst>
              </p:cNvPr>
              <p:cNvSpPr/>
              <p:nvPr/>
            </p:nvSpPr>
            <p:spPr>
              <a:xfrm>
                <a:off x="1165346" y="5165087"/>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6" name="Freeform: Shape 305">
                <a:extLst>
                  <a:ext uri="{FF2B5EF4-FFF2-40B4-BE49-F238E27FC236}">
                    <a16:creationId xmlns:a16="http://schemas.microsoft.com/office/drawing/2014/main" id="{6C13C3E9-1248-0429-C775-FABFEE272E7F}"/>
                  </a:ext>
                </a:extLst>
              </p:cNvPr>
              <p:cNvSpPr/>
              <p:nvPr/>
            </p:nvSpPr>
            <p:spPr>
              <a:xfrm>
                <a:off x="933766" y="5018709"/>
                <a:ext cx="107111" cy="107111"/>
              </a:xfrm>
              <a:custGeom>
                <a:avLst/>
                <a:gdLst>
                  <a:gd name="connsiteX0" fmla="*/ 107111 w 107111"/>
                  <a:gd name="connsiteY0" fmla="*/ 53556 h 107111"/>
                  <a:gd name="connsiteX1" fmla="*/ 53555 w 107111"/>
                  <a:gd name="connsiteY1" fmla="*/ 107111 h 107111"/>
                  <a:gd name="connsiteX2" fmla="*/ 0 w 107111"/>
                  <a:gd name="connsiteY2" fmla="*/ 53556 h 107111"/>
                  <a:gd name="connsiteX3" fmla="*/ 53555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5" y="107111"/>
                    </a:cubicBezTo>
                    <a:cubicBezTo>
                      <a:pt x="23978" y="107111"/>
                      <a:pt x="0" y="83134"/>
                      <a:pt x="0" y="53556"/>
                    </a:cubicBezTo>
                    <a:cubicBezTo>
                      <a:pt x="0" y="23978"/>
                      <a:pt x="23978" y="0"/>
                      <a:pt x="53555"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7" name="Freeform: Shape 306">
                <a:extLst>
                  <a:ext uri="{FF2B5EF4-FFF2-40B4-BE49-F238E27FC236}">
                    <a16:creationId xmlns:a16="http://schemas.microsoft.com/office/drawing/2014/main" id="{7D4E5734-439D-82D0-74C5-EDA990743AFE}"/>
                  </a:ext>
                </a:extLst>
              </p:cNvPr>
              <p:cNvSpPr/>
              <p:nvPr/>
            </p:nvSpPr>
            <p:spPr>
              <a:xfrm>
                <a:off x="715734" y="485275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8" name="Freeform: Shape 307">
                <a:extLst>
                  <a:ext uri="{FF2B5EF4-FFF2-40B4-BE49-F238E27FC236}">
                    <a16:creationId xmlns:a16="http://schemas.microsoft.com/office/drawing/2014/main" id="{6EDD2AAB-C709-8F53-3A22-D40BCD2AF10A}"/>
                  </a:ext>
                </a:extLst>
              </p:cNvPr>
              <p:cNvSpPr/>
              <p:nvPr/>
            </p:nvSpPr>
            <p:spPr>
              <a:xfrm>
                <a:off x="513048" y="4668481"/>
                <a:ext cx="107111" cy="107111"/>
              </a:xfrm>
              <a:custGeom>
                <a:avLst/>
                <a:gdLst>
                  <a:gd name="connsiteX0" fmla="*/ 107111 w 107111"/>
                  <a:gd name="connsiteY0" fmla="*/ 53555 h 107111"/>
                  <a:gd name="connsiteX1" fmla="*/ 53555 w 107111"/>
                  <a:gd name="connsiteY1" fmla="*/ 107111 h 107111"/>
                  <a:gd name="connsiteX2" fmla="*/ 0 w 107111"/>
                  <a:gd name="connsiteY2" fmla="*/ 53555 h 107111"/>
                  <a:gd name="connsiteX3" fmla="*/ 53555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5" y="107111"/>
                    </a:cubicBezTo>
                    <a:cubicBezTo>
                      <a:pt x="23978" y="107111"/>
                      <a:pt x="0" y="83133"/>
                      <a:pt x="0" y="53555"/>
                    </a:cubicBezTo>
                    <a:cubicBezTo>
                      <a:pt x="0" y="23978"/>
                      <a:pt x="23978" y="0"/>
                      <a:pt x="53555" y="0"/>
                    </a:cubicBezTo>
                    <a:cubicBezTo>
                      <a:pt x="83133"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9" name="Freeform: Shape 308">
                <a:extLst>
                  <a:ext uri="{FF2B5EF4-FFF2-40B4-BE49-F238E27FC236}">
                    <a16:creationId xmlns:a16="http://schemas.microsoft.com/office/drawing/2014/main" id="{4DCA26DD-AADA-5D89-565E-0E9292B97757}"/>
                  </a:ext>
                </a:extLst>
              </p:cNvPr>
              <p:cNvSpPr/>
              <p:nvPr/>
            </p:nvSpPr>
            <p:spPr>
              <a:xfrm>
                <a:off x="327086" y="44671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0" name="Freeform: Shape 309">
                <a:extLst>
                  <a:ext uri="{FF2B5EF4-FFF2-40B4-BE49-F238E27FC236}">
                    <a16:creationId xmlns:a16="http://schemas.microsoft.com/office/drawing/2014/main" id="{518441BC-69EB-E889-CD76-F4B99DFA6B3D}"/>
                  </a:ext>
                </a:extLst>
              </p:cNvPr>
              <p:cNvSpPr/>
              <p:nvPr/>
            </p:nvSpPr>
            <p:spPr>
              <a:xfrm>
                <a:off x="159434" y="4250515"/>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3"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1" name="Freeform: Shape 310">
                <a:extLst>
                  <a:ext uri="{FF2B5EF4-FFF2-40B4-BE49-F238E27FC236}">
                    <a16:creationId xmlns:a16="http://schemas.microsoft.com/office/drawing/2014/main" id="{4826F5BB-E059-C07C-628B-601A4254BD79}"/>
                  </a:ext>
                </a:extLst>
              </p:cNvPr>
              <p:cNvSpPr/>
              <p:nvPr/>
            </p:nvSpPr>
            <p:spPr>
              <a:xfrm>
                <a:off x="11256" y="4020099"/>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7"/>
                      <a:pt x="23978" y="0"/>
                      <a:pt x="53556" y="0"/>
                    </a:cubicBezTo>
                    <a:cubicBezTo>
                      <a:pt x="83133" y="0"/>
                      <a:pt x="107111" y="23977"/>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2" name="Freeform: Shape 311">
                <a:extLst>
                  <a:ext uri="{FF2B5EF4-FFF2-40B4-BE49-F238E27FC236}">
                    <a16:creationId xmlns:a16="http://schemas.microsoft.com/office/drawing/2014/main" id="{9348708D-7064-BB3C-2E23-9F52EF76A15A}"/>
                  </a:ext>
                </a:extLst>
              </p:cNvPr>
              <p:cNvSpPr/>
              <p:nvPr/>
            </p:nvSpPr>
            <p:spPr>
              <a:xfrm>
                <a:off x="-116281" y="3777512"/>
                <a:ext cx="107111" cy="107111"/>
              </a:xfrm>
              <a:custGeom>
                <a:avLst/>
                <a:gdLst>
                  <a:gd name="connsiteX0" fmla="*/ 107111 w 107111"/>
                  <a:gd name="connsiteY0" fmla="*/ 53555 h 107111"/>
                  <a:gd name="connsiteX1" fmla="*/ 53556 w 107111"/>
                  <a:gd name="connsiteY1" fmla="*/ 107111 h 107111"/>
                  <a:gd name="connsiteX2" fmla="*/ 0 w 107111"/>
                  <a:gd name="connsiteY2" fmla="*/ 53555 h 107111"/>
                  <a:gd name="connsiteX3" fmla="*/ 53556 w 107111"/>
                  <a:gd name="connsiteY3" fmla="*/ 0 h 107111"/>
                  <a:gd name="connsiteX4" fmla="*/ 107111 w 107111"/>
                  <a:gd name="connsiteY4" fmla="*/ 53555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5"/>
                    </a:moveTo>
                    <a:cubicBezTo>
                      <a:pt x="107111" y="83133"/>
                      <a:pt x="83133" y="107111"/>
                      <a:pt x="53556" y="107111"/>
                    </a:cubicBezTo>
                    <a:cubicBezTo>
                      <a:pt x="23978" y="107111"/>
                      <a:pt x="0" y="83133"/>
                      <a:pt x="0" y="53555"/>
                    </a:cubicBezTo>
                    <a:cubicBezTo>
                      <a:pt x="0" y="23978"/>
                      <a:pt x="23978" y="0"/>
                      <a:pt x="53556" y="0"/>
                    </a:cubicBezTo>
                    <a:cubicBezTo>
                      <a:pt x="83134" y="0"/>
                      <a:pt x="107111" y="23978"/>
                      <a:pt x="107111" y="5355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3" name="Freeform: Shape 312">
                <a:extLst>
                  <a:ext uri="{FF2B5EF4-FFF2-40B4-BE49-F238E27FC236}">
                    <a16:creationId xmlns:a16="http://schemas.microsoft.com/office/drawing/2014/main" id="{CE3B7CA4-B5FD-959A-C5B3-CB52CEEBD91B}"/>
                  </a:ext>
                </a:extLst>
              </p:cNvPr>
              <p:cNvSpPr/>
              <p:nvPr/>
            </p:nvSpPr>
            <p:spPr>
              <a:xfrm>
                <a:off x="-222122" y="3524869"/>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4" name="Freeform: Shape 313">
                <a:extLst>
                  <a:ext uri="{FF2B5EF4-FFF2-40B4-BE49-F238E27FC236}">
                    <a16:creationId xmlns:a16="http://schemas.microsoft.com/office/drawing/2014/main" id="{7F38BB2F-D488-A0C0-653B-FCFC6A52E24C}"/>
                  </a:ext>
                </a:extLst>
              </p:cNvPr>
              <p:cNvSpPr/>
              <p:nvPr/>
            </p:nvSpPr>
            <p:spPr>
              <a:xfrm>
                <a:off x="-305631" y="3263971"/>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5" name="Freeform: Shape 314">
                <a:extLst>
                  <a:ext uri="{FF2B5EF4-FFF2-40B4-BE49-F238E27FC236}">
                    <a16:creationId xmlns:a16="http://schemas.microsoft.com/office/drawing/2014/main" id="{505DF389-C7A4-0C45-5DE0-127BE02C9A68}"/>
                  </a:ext>
                </a:extLst>
              </p:cNvPr>
              <p:cNvSpPr/>
              <p:nvPr/>
            </p:nvSpPr>
            <p:spPr>
              <a:xfrm>
                <a:off x="-366172" y="2996723"/>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3"/>
                      <a:pt x="83133" y="107111"/>
                      <a:pt x="53556" y="107111"/>
                    </a:cubicBezTo>
                    <a:cubicBezTo>
                      <a:pt x="23978" y="107111"/>
                      <a:pt x="0" y="83133"/>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6" name="Freeform: Shape 315">
                <a:extLst>
                  <a:ext uri="{FF2B5EF4-FFF2-40B4-BE49-F238E27FC236}">
                    <a16:creationId xmlns:a16="http://schemas.microsoft.com/office/drawing/2014/main" id="{89451CEC-93B6-E223-5ADE-F7C9575448B2}"/>
                  </a:ext>
                </a:extLst>
              </p:cNvPr>
              <p:cNvSpPr/>
              <p:nvPr/>
            </p:nvSpPr>
            <p:spPr>
              <a:xfrm>
                <a:off x="-403110" y="2725240"/>
                <a:ext cx="107111" cy="107111"/>
              </a:xfrm>
              <a:custGeom>
                <a:avLst/>
                <a:gdLst>
                  <a:gd name="connsiteX0" fmla="*/ 107111 w 107111"/>
                  <a:gd name="connsiteY0" fmla="*/ 53556 h 107111"/>
                  <a:gd name="connsiteX1" fmla="*/ 53556 w 107111"/>
                  <a:gd name="connsiteY1" fmla="*/ 107111 h 107111"/>
                  <a:gd name="connsiteX2" fmla="*/ 0 w 107111"/>
                  <a:gd name="connsiteY2" fmla="*/ 53556 h 107111"/>
                  <a:gd name="connsiteX3" fmla="*/ 53556 w 107111"/>
                  <a:gd name="connsiteY3" fmla="*/ 0 h 107111"/>
                  <a:gd name="connsiteX4" fmla="*/ 107111 w 107111"/>
                  <a:gd name="connsiteY4" fmla="*/ 53556 h 10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11" h="107111">
                    <a:moveTo>
                      <a:pt x="107111" y="53556"/>
                    </a:moveTo>
                    <a:cubicBezTo>
                      <a:pt x="107111" y="83134"/>
                      <a:pt x="83133" y="107111"/>
                      <a:pt x="53556" y="107111"/>
                    </a:cubicBezTo>
                    <a:cubicBezTo>
                      <a:pt x="23978" y="107111"/>
                      <a:pt x="0" y="83134"/>
                      <a:pt x="0" y="53556"/>
                    </a:cubicBezTo>
                    <a:cubicBezTo>
                      <a:pt x="0" y="23978"/>
                      <a:pt x="23978" y="0"/>
                      <a:pt x="53556" y="0"/>
                    </a:cubicBezTo>
                    <a:cubicBezTo>
                      <a:pt x="83134" y="0"/>
                      <a:pt x="107111" y="23978"/>
                      <a:pt x="107111" y="5355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4" name="Graphic 9">
              <a:extLst>
                <a:ext uri="{FF2B5EF4-FFF2-40B4-BE49-F238E27FC236}">
                  <a16:creationId xmlns:a16="http://schemas.microsoft.com/office/drawing/2014/main" id="{8FD7A300-CA11-09C9-11ED-066DB31D0094}"/>
                </a:ext>
              </a:extLst>
            </p:cNvPr>
            <p:cNvGrpSpPr/>
            <p:nvPr/>
          </p:nvGrpSpPr>
          <p:grpSpPr>
            <a:xfrm>
              <a:off x="-1856635" y="-1857751"/>
              <a:ext cx="8941270" cy="8941270"/>
              <a:chOff x="-649191" y="-938339"/>
              <a:chExt cx="6858496" cy="6858496"/>
            </a:xfrm>
            <a:solidFill>
              <a:schemeClr val="accent1">
                <a:lumMod val="20000"/>
                <a:lumOff val="80000"/>
                <a:alpha val="15000"/>
              </a:schemeClr>
            </a:solidFill>
          </p:grpSpPr>
          <p:sp>
            <p:nvSpPr>
              <p:cNvPr id="173" name="Freeform: Shape 172">
                <a:extLst>
                  <a:ext uri="{FF2B5EF4-FFF2-40B4-BE49-F238E27FC236}">
                    <a16:creationId xmlns:a16="http://schemas.microsoft.com/office/drawing/2014/main" id="{8B2E7A86-2CE2-D0F0-A221-2EFB06D922F4}"/>
                  </a:ext>
                </a:extLst>
              </p:cNvPr>
              <p:cNvSpPr/>
              <p:nvPr/>
            </p:nvSpPr>
            <p:spPr>
              <a:xfrm>
                <a:off x="-649191" y="243343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4" name="Freeform: Shape 173">
                <a:extLst>
                  <a:ext uri="{FF2B5EF4-FFF2-40B4-BE49-F238E27FC236}">
                    <a16:creationId xmlns:a16="http://schemas.microsoft.com/office/drawing/2014/main" id="{71978140-82D1-E654-7EEC-D552612FDB67}"/>
                  </a:ext>
                </a:extLst>
              </p:cNvPr>
              <p:cNvSpPr/>
              <p:nvPr/>
            </p:nvSpPr>
            <p:spPr>
              <a:xfrm>
                <a:off x="-636384" y="213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5" name="Freeform: Shape 174">
                <a:extLst>
                  <a:ext uri="{FF2B5EF4-FFF2-40B4-BE49-F238E27FC236}">
                    <a16:creationId xmlns:a16="http://schemas.microsoft.com/office/drawing/2014/main" id="{EAD58A04-99BB-57E9-9CB1-8582D9447DE6}"/>
                  </a:ext>
                </a:extLst>
              </p:cNvPr>
              <p:cNvSpPr/>
              <p:nvPr/>
            </p:nvSpPr>
            <p:spPr>
              <a:xfrm>
                <a:off x="-598069" y="1848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6" name="Freeform: Shape 175">
                <a:extLst>
                  <a:ext uri="{FF2B5EF4-FFF2-40B4-BE49-F238E27FC236}">
                    <a16:creationId xmlns:a16="http://schemas.microsoft.com/office/drawing/2014/main" id="{FB9AEA54-D2E1-F6BA-7961-702FC5E1A27C}"/>
                  </a:ext>
                </a:extLst>
              </p:cNvPr>
              <p:cNvSpPr/>
              <p:nvPr/>
            </p:nvSpPr>
            <p:spPr>
              <a:xfrm>
                <a:off x="-534459" y="15614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7" name="Freeform: Shape 176">
                <a:extLst>
                  <a:ext uri="{FF2B5EF4-FFF2-40B4-BE49-F238E27FC236}">
                    <a16:creationId xmlns:a16="http://schemas.microsoft.com/office/drawing/2014/main" id="{AEE244AB-096E-E8BC-2A45-250BE90BCE40}"/>
                  </a:ext>
                </a:extLst>
              </p:cNvPr>
              <p:cNvSpPr/>
              <p:nvPr/>
            </p:nvSpPr>
            <p:spPr>
              <a:xfrm>
                <a:off x="-446082" y="128104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8" name="Freeform: Shape 177">
                <a:extLst>
                  <a:ext uri="{FF2B5EF4-FFF2-40B4-BE49-F238E27FC236}">
                    <a16:creationId xmlns:a16="http://schemas.microsoft.com/office/drawing/2014/main" id="{756D5F14-32CC-F185-CFC5-ED8FAFD9F287}"/>
                  </a:ext>
                </a:extLst>
              </p:cNvPr>
              <p:cNvSpPr/>
              <p:nvPr/>
            </p:nvSpPr>
            <p:spPr>
              <a:xfrm>
                <a:off x="-333679" y="10094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9" name="Freeform: Shape 178">
                <a:extLst>
                  <a:ext uri="{FF2B5EF4-FFF2-40B4-BE49-F238E27FC236}">
                    <a16:creationId xmlns:a16="http://schemas.microsoft.com/office/drawing/2014/main" id="{CFCBFD93-1CEE-CC8D-5039-A5EE94A46225}"/>
                  </a:ext>
                </a:extLst>
              </p:cNvPr>
              <p:cNvSpPr/>
              <p:nvPr/>
            </p:nvSpPr>
            <p:spPr>
              <a:xfrm>
                <a:off x="-198096" y="7486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0" name="Freeform: Shape 179">
                <a:extLst>
                  <a:ext uri="{FF2B5EF4-FFF2-40B4-BE49-F238E27FC236}">
                    <a16:creationId xmlns:a16="http://schemas.microsoft.com/office/drawing/2014/main" id="{BE5C184A-1BB7-00DA-E12C-169280B68656}"/>
                  </a:ext>
                </a:extLst>
              </p:cNvPr>
              <p:cNvSpPr/>
              <p:nvPr/>
            </p:nvSpPr>
            <p:spPr>
              <a:xfrm>
                <a:off x="-40287" y="50067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1" name="Freeform: Shape 180">
                <a:extLst>
                  <a:ext uri="{FF2B5EF4-FFF2-40B4-BE49-F238E27FC236}">
                    <a16:creationId xmlns:a16="http://schemas.microsoft.com/office/drawing/2014/main" id="{2A61DF9A-FCC5-1A6D-6F01-8CF701CCE2E7}"/>
                  </a:ext>
                </a:extLst>
              </p:cNvPr>
              <p:cNvSpPr/>
              <p:nvPr/>
            </p:nvSpPr>
            <p:spPr>
              <a:xfrm>
                <a:off x="138583" y="26740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2" name="Freeform: Shape 181">
                <a:extLst>
                  <a:ext uri="{FF2B5EF4-FFF2-40B4-BE49-F238E27FC236}">
                    <a16:creationId xmlns:a16="http://schemas.microsoft.com/office/drawing/2014/main" id="{A7AD97D8-EEB9-B286-33E6-F7982AEA946F}"/>
                  </a:ext>
                </a:extLst>
              </p:cNvPr>
              <p:cNvSpPr/>
              <p:nvPr/>
            </p:nvSpPr>
            <p:spPr>
              <a:xfrm>
                <a:off x="337035" y="505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3" name="Freeform: Shape 182">
                <a:extLst>
                  <a:ext uri="{FF2B5EF4-FFF2-40B4-BE49-F238E27FC236}">
                    <a16:creationId xmlns:a16="http://schemas.microsoft.com/office/drawing/2014/main" id="{1D15D399-CD0C-37F6-F480-52B22696C827}"/>
                  </a:ext>
                </a:extLst>
              </p:cNvPr>
              <p:cNvSpPr/>
              <p:nvPr/>
            </p:nvSpPr>
            <p:spPr>
              <a:xfrm>
                <a:off x="553585" y="-1481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4" name="Freeform: Shape 183">
                <a:extLst>
                  <a:ext uri="{FF2B5EF4-FFF2-40B4-BE49-F238E27FC236}">
                    <a16:creationId xmlns:a16="http://schemas.microsoft.com/office/drawing/2014/main" id="{DA8C67BE-F40A-C416-A7A3-2FBBE45B8547}"/>
                  </a:ext>
                </a:extLst>
              </p:cNvPr>
              <p:cNvSpPr/>
              <p:nvPr/>
            </p:nvSpPr>
            <p:spPr>
              <a:xfrm>
                <a:off x="786753" y="-327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5" name="Freeform: Shape 184">
                <a:extLst>
                  <a:ext uri="{FF2B5EF4-FFF2-40B4-BE49-F238E27FC236}">
                    <a16:creationId xmlns:a16="http://schemas.microsoft.com/office/drawing/2014/main" id="{A6E5D9C3-367E-0C53-EC32-13C18E821671}"/>
                  </a:ext>
                </a:extLst>
              </p:cNvPr>
              <p:cNvSpPr/>
              <p:nvPr/>
            </p:nvSpPr>
            <p:spPr>
              <a:xfrm>
                <a:off x="1034527" y="-485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6" name="Freeform: Shape 185">
                <a:extLst>
                  <a:ext uri="{FF2B5EF4-FFF2-40B4-BE49-F238E27FC236}">
                    <a16:creationId xmlns:a16="http://schemas.microsoft.com/office/drawing/2014/main" id="{25ACB392-364B-5C0A-771E-096C05C5FC73}"/>
                  </a:ext>
                </a:extLst>
              </p:cNvPr>
              <p:cNvSpPr/>
              <p:nvPr/>
            </p:nvSpPr>
            <p:spPr>
              <a:xfrm>
                <a:off x="1295107" y="-6212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7" name="Freeform: Shape 186">
                <a:extLst>
                  <a:ext uri="{FF2B5EF4-FFF2-40B4-BE49-F238E27FC236}">
                    <a16:creationId xmlns:a16="http://schemas.microsoft.com/office/drawing/2014/main" id="{1B9DF4B5-4C6E-EE8A-E027-6C5744E068D4}"/>
                  </a:ext>
                </a:extLst>
              </p:cNvPr>
              <p:cNvSpPr/>
              <p:nvPr/>
            </p:nvSpPr>
            <p:spPr>
              <a:xfrm>
                <a:off x="1566590" y="-73396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8" name="Freeform: Shape 187">
                <a:extLst>
                  <a:ext uri="{FF2B5EF4-FFF2-40B4-BE49-F238E27FC236}">
                    <a16:creationId xmlns:a16="http://schemas.microsoft.com/office/drawing/2014/main" id="{732DE3C3-5A10-F945-B8BF-31DF9C53EA19}"/>
                  </a:ext>
                </a:extLst>
              </p:cNvPr>
              <p:cNvSpPr/>
              <p:nvPr/>
            </p:nvSpPr>
            <p:spPr>
              <a:xfrm>
                <a:off x="1846856" y="-82265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89" name="Freeform: Shape 188">
                <a:extLst>
                  <a:ext uri="{FF2B5EF4-FFF2-40B4-BE49-F238E27FC236}">
                    <a16:creationId xmlns:a16="http://schemas.microsoft.com/office/drawing/2014/main" id="{9BDE406B-1977-0372-0E92-54140051A0A0}"/>
                  </a:ext>
                </a:extLst>
              </p:cNvPr>
              <p:cNvSpPr/>
              <p:nvPr/>
            </p:nvSpPr>
            <p:spPr>
              <a:xfrm>
                <a:off x="2133791" y="-88647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0" name="Freeform: Shape 189">
                <a:extLst>
                  <a:ext uri="{FF2B5EF4-FFF2-40B4-BE49-F238E27FC236}">
                    <a16:creationId xmlns:a16="http://schemas.microsoft.com/office/drawing/2014/main" id="{D472D574-999F-F056-F5DD-C806F30DE2D9}"/>
                  </a:ext>
                </a:extLst>
              </p:cNvPr>
              <p:cNvSpPr/>
              <p:nvPr/>
            </p:nvSpPr>
            <p:spPr>
              <a:xfrm>
                <a:off x="2425172" y="-92521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1" name="Freeform: Shape 190">
                <a:extLst>
                  <a:ext uri="{FF2B5EF4-FFF2-40B4-BE49-F238E27FC236}">
                    <a16:creationId xmlns:a16="http://schemas.microsoft.com/office/drawing/2014/main" id="{2A3E34ED-3253-F059-41F1-6E08CBD33B87}"/>
                  </a:ext>
                </a:extLst>
              </p:cNvPr>
              <p:cNvSpPr/>
              <p:nvPr/>
            </p:nvSpPr>
            <p:spPr>
              <a:xfrm>
                <a:off x="2718775" y="-93833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2" name="Freeform: Shape 191">
                <a:extLst>
                  <a:ext uri="{FF2B5EF4-FFF2-40B4-BE49-F238E27FC236}">
                    <a16:creationId xmlns:a16="http://schemas.microsoft.com/office/drawing/2014/main" id="{D0CF18B9-0799-0B94-628D-15BAB76D96E0}"/>
                  </a:ext>
                </a:extLst>
              </p:cNvPr>
              <p:cNvSpPr/>
              <p:nvPr/>
            </p:nvSpPr>
            <p:spPr>
              <a:xfrm>
                <a:off x="3012483" y="-9258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3" name="Freeform: Shape 192">
                <a:extLst>
                  <a:ext uri="{FF2B5EF4-FFF2-40B4-BE49-F238E27FC236}">
                    <a16:creationId xmlns:a16="http://schemas.microsoft.com/office/drawing/2014/main" id="{07018531-1F0C-CA38-FF8F-1BAE24F0B1A1}"/>
                  </a:ext>
                </a:extLst>
              </p:cNvPr>
              <p:cNvSpPr/>
              <p:nvPr/>
            </p:nvSpPr>
            <p:spPr>
              <a:xfrm>
                <a:off x="3303969" y="-8878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4" name="Freeform: Shape 193">
                <a:extLst>
                  <a:ext uri="{FF2B5EF4-FFF2-40B4-BE49-F238E27FC236}">
                    <a16:creationId xmlns:a16="http://schemas.microsoft.com/office/drawing/2014/main" id="{B9C8AB0A-EB6C-E3E5-7F42-485C3F6761DA}"/>
                  </a:ext>
                </a:extLst>
              </p:cNvPr>
              <p:cNvSpPr/>
              <p:nvPr/>
            </p:nvSpPr>
            <p:spPr>
              <a:xfrm>
                <a:off x="3591010" y="-8245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5" name="Freeform: Shape 194">
                <a:extLst>
                  <a:ext uri="{FF2B5EF4-FFF2-40B4-BE49-F238E27FC236}">
                    <a16:creationId xmlns:a16="http://schemas.microsoft.com/office/drawing/2014/main" id="{B2940344-11A9-D0F4-DCF5-EA16D1FC2389}"/>
                  </a:ext>
                </a:extLst>
              </p:cNvPr>
              <p:cNvSpPr/>
              <p:nvPr/>
            </p:nvSpPr>
            <p:spPr>
              <a:xfrm>
                <a:off x="3871383" y="-73660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6" name="Freeform: Shape 195">
                <a:extLst>
                  <a:ext uri="{FF2B5EF4-FFF2-40B4-BE49-F238E27FC236}">
                    <a16:creationId xmlns:a16="http://schemas.microsoft.com/office/drawing/2014/main" id="{6934C8BE-FC15-2AA2-03A7-A19D7DCAF8C7}"/>
                  </a:ext>
                </a:extLst>
              </p:cNvPr>
              <p:cNvSpPr/>
              <p:nvPr/>
            </p:nvSpPr>
            <p:spPr>
              <a:xfrm>
                <a:off x="4143183" y="-624520"/>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7" name="Freeform: Shape 196">
                <a:extLst>
                  <a:ext uri="{FF2B5EF4-FFF2-40B4-BE49-F238E27FC236}">
                    <a16:creationId xmlns:a16="http://schemas.microsoft.com/office/drawing/2014/main" id="{D9DA1043-05AB-36D8-61F8-EC8E6B68FA8E}"/>
                  </a:ext>
                </a:extLst>
              </p:cNvPr>
              <p:cNvSpPr/>
              <p:nvPr/>
            </p:nvSpPr>
            <p:spPr>
              <a:xfrm>
                <a:off x="4404081" y="-48914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8" name="Freeform: Shape 197">
                <a:extLst>
                  <a:ext uri="{FF2B5EF4-FFF2-40B4-BE49-F238E27FC236}">
                    <a16:creationId xmlns:a16="http://schemas.microsoft.com/office/drawing/2014/main" id="{9539BFEC-225F-E76B-CE04-029E8125C503}"/>
                  </a:ext>
                </a:extLst>
              </p:cNvPr>
              <p:cNvSpPr/>
              <p:nvPr/>
            </p:nvSpPr>
            <p:spPr>
              <a:xfrm>
                <a:off x="4652172" y="-3315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99" name="Freeform: Shape 198">
                <a:extLst>
                  <a:ext uri="{FF2B5EF4-FFF2-40B4-BE49-F238E27FC236}">
                    <a16:creationId xmlns:a16="http://schemas.microsoft.com/office/drawing/2014/main" id="{23CB9FA3-C9BF-7959-5C77-11B3066223FC}"/>
                  </a:ext>
                </a:extLst>
              </p:cNvPr>
              <p:cNvSpPr/>
              <p:nvPr/>
            </p:nvSpPr>
            <p:spPr>
              <a:xfrm>
                <a:off x="4885657" y="-15299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0" name="Freeform: Shape 199">
                <a:extLst>
                  <a:ext uri="{FF2B5EF4-FFF2-40B4-BE49-F238E27FC236}">
                    <a16:creationId xmlns:a16="http://schemas.microsoft.com/office/drawing/2014/main" id="{3595A111-31B1-2E19-F462-77B6FBA56811}"/>
                  </a:ext>
                </a:extLst>
              </p:cNvPr>
              <p:cNvSpPr/>
              <p:nvPr/>
            </p:nvSpPr>
            <p:spPr>
              <a:xfrm>
                <a:off x="5102737" y="4513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1" name="Freeform: Shape 200">
                <a:extLst>
                  <a:ext uri="{FF2B5EF4-FFF2-40B4-BE49-F238E27FC236}">
                    <a16:creationId xmlns:a16="http://schemas.microsoft.com/office/drawing/2014/main" id="{1B887778-9F28-B072-B216-4E0F30BA4E0D}"/>
                  </a:ext>
                </a:extLst>
              </p:cNvPr>
              <p:cNvSpPr/>
              <p:nvPr/>
            </p:nvSpPr>
            <p:spPr>
              <a:xfrm>
                <a:off x="5301718" y="26158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2" name="Freeform: Shape 201">
                <a:extLst>
                  <a:ext uri="{FF2B5EF4-FFF2-40B4-BE49-F238E27FC236}">
                    <a16:creationId xmlns:a16="http://schemas.microsoft.com/office/drawing/2014/main" id="{D6BD7E26-8AFC-14EF-9CBD-EF5FC9FD4579}"/>
                  </a:ext>
                </a:extLst>
              </p:cNvPr>
              <p:cNvSpPr/>
              <p:nvPr/>
            </p:nvSpPr>
            <p:spPr>
              <a:xfrm>
                <a:off x="5481013" y="49443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3" name="Freeform: Shape 202">
                <a:extLst>
                  <a:ext uri="{FF2B5EF4-FFF2-40B4-BE49-F238E27FC236}">
                    <a16:creationId xmlns:a16="http://schemas.microsoft.com/office/drawing/2014/main" id="{D873C845-DA5D-7959-C206-C4195C1C7B0A}"/>
                  </a:ext>
                </a:extLst>
              </p:cNvPr>
              <p:cNvSpPr/>
              <p:nvPr/>
            </p:nvSpPr>
            <p:spPr>
              <a:xfrm>
                <a:off x="5639457" y="742098"/>
                <a:ext cx="114943" cy="114943"/>
              </a:xfrm>
              <a:custGeom>
                <a:avLst/>
                <a:gdLst>
                  <a:gd name="connsiteX0" fmla="*/ 114944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4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4" y="57472"/>
                    </a:moveTo>
                    <a:cubicBezTo>
                      <a:pt x="114944" y="89212"/>
                      <a:pt x="89213" y="114943"/>
                      <a:pt x="57472" y="114943"/>
                    </a:cubicBezTo>
                    <a:cubicBezTo>
                      <a:pt x="25731" y="114943"/>
                      <a:pt x="0" y="89212"/>
                      <a:pt x="0" y="57472"/>
                    </a:cubicBezTo>
                    <a:cubicBezTo>
                      <a:pt x="0" y="25731"/>
                      <a:pt x="25731" y="0"/>
                      <a:pt x="57472" y="0"/>
                    </a:cubicBezTo>
                    <a:cubicBezTo>
                      <a:pt x="89213" y="0"/>
                      <a:pt x="114944" y="25731"/>
                      <a:pt x="114944"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4" name="Freeform: Shape 203">
                <a:extLst>
                  <a:ext uri="{FF2B5EF4-FFF2-40B4-BE49-F238E27FC236}">
                    <a16:creationId xmlns:a16="http://schemas.microsoft.com/office/drawing/2014/main" id="{340941B1-48BD-0387-61CA-0E95BCA3FBC9}"/>
                  </a:ext>
                </a:extLst>
              </p:cNvPr>
              <p:cNvSpPr/>
              <p:nvPr/>
            </p:nvSpPr>
            <p:spPr>
              <a:xfrm>
                <a:off x="5775674" y="1002467"/>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5" name="Freeform: Shape 204">
                <a:extLst>
                  <a:ext uri="{FF2B5EF4-FFF2-40B4-BE49-F238E27FC236}">
                    <a16:creationId xmlns:a16="http://schemas.microsoft.com/office/drawing/2014/main" id="{A07A9BC3-6BDC-BD02-47B4-3D08BD98A389}"/>
                  </a:ext>
                </a:extLst>
              </p:cNvPr>
              <p:cNvSpPr/>
              <p:nvPr/>
            </p:nvSpPr>
            <p:spPr>
              <a:xfrm>
                <a:off x="5888712" y="12738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6" name="Freeform: Shape 205">
                <a:extLst>
                  <a:ext uri="{FF2B5EF4-FFF2-40B4-BE49-F238E27FC236}">
                    <a16:creationId xmlns:a16="http://schemas.microsoft.com/office/drawing/2014/main" id="{A92673E7-70DA-0A0A-2B14-8CB2ECF15DE8}"/>
                  </a:ext>
                </a:extLst>
              </p:cNvPr>
              <p:cNvSpPr/>
              <p:nvPr/>
            </p:nvSpPr>
            <p:spPr>
              <a:xfrm>
                <a:off x="5977619" y="1554004"/>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7" name="Freeform: Shape 206">
                <a:extLst>
                  <a:ext uri="{FF2B5EF4-FFF2-40B4-BE49-F238E27FC236}">
                    <a16:creationId xmlns:a16="http://schemas.microsoft.com/office/drawing/2014/main" id="{9058A98C-0ACC-3990-6EB6-A4FDDEE25F0E}"/>
                  </a:ext>
                </a:extLst>
              </p:cNvPr>
              <p:cNvSpPr/>
              <p:nvPr/>
            </p:nvSpPr>
            <p:spPr>
              <a:xfrm>
                <a:off x="6041864" y="184083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8" name="Freeform: Shape 207">
                <a:extLst>
                  <a:ext uri="{FF2B5EF4-FFF2-40B4-BE49-F238E27FC236}">
                    <a16:creationId xmlns:a16="http://schemas.microsoft.com/office/drawing/2014/main" id="{8A6C9D0C-80FA-1281-23D6-66B76FD1F61E}"/>
                  </a:ext>
                </a:extLst>
              </p:cNvPr>
              <p:cNvSpPr/>
              <p:nvPr/>
            </p:nvSpPr>
            <p:spPr>
              <a:xfrm>
                <a:off x="6080919" y="2132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09" name="Freeform: Shape 208">
                <a:extLst>
                  <a:ext uri="{FF2B5EF4-FFF2-40B4-BE49-F238E27FC236}">
                    <a16:creationId xmlns:a16="http://schemas.microsoft.com/office/drawing/2014/main" id="{4E7D6F4D-0799-E20B-329C-CCD15B9A98A1}"/>
                  </a:ext>
                </a:extLst>
              </p:cNvPr>
              <p:cNvSpPr/>
              <p:nvPr/>
            </p:nvSpPr>
            <p:spPr>
              <a:xfrm>
                <a:off x="6094361" y="242581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0" name="Freeform: Shape 209">
                <a:extLst>
                  <a:ext uri="{FF2B5EF4-FFF2-40B4-BE49-F238E27FC236}">
                    <a16:creationId xmlns:a16="http://schemas.microsoft.com/office/drawing/2014/main" id="{8AD53A1D-1116-7085-D28E-3E80D3DCD0DB}"/>
                  </a:ext>
                </a:extLst>
              </p:cNvPr>
              <p:cNvSpPr/>
              <p:nvPr/>
            </p:nvSpPr>
            <p:spPr>
              <a:xfrm>
                <a:off x="6082190" y="2719525"/>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1" name="Freeform: Shape 210">
                <a:extLst>
                  <a:ext uri="{FF2B5EF4-FFF2-40B4-BE49-F238E27FC236}">
                    <a16:creationId xmlns:a16="http://schemas.microsoft.com/office/drawing/2014/main" id="{02959CC2-E751-E596-621B-B8DF6C8B4599}"/>
                  </a:ext>
                </a:extLst>
              </p:cNvPr>
              <p:cNvSpPr/>
              <p:nvPr/>
            </p:nvSpPr>
            <p:spPr>
              <a:xfrm>
                <a:off x="6044510" y="301101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2" name="Freeform: Shape 211">
                <a:extLst>
                  <a:ext uri="{FF2B5EF4-FFF2-40B4-BE49-F238E27FC236}">
                    <a16:creationId xmlns:a16="http://schemas.microsoft.com/office/drawing/2014/main" id="{6F68EE72-EA33-846D-B4F6-5A65C7E83F76}"/>
                  </a:ext>
                </a:extLst>
              </p:cNvPr>
              <p:cNvSpPr/>
              <p:nvPr/>
            </p:nvSpPr>
            <p:spPr>
              <a:xfrm>
                <a:off x="5981641" y="3298158"/>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3" name="Freeform: Shape 212">
                <a:extLst>
                  <a:ext uri="{FF2B5EF4-FFF2-40B4-BE49-F238E27FC236}">
                    <a16:creationId xmlns:a16="http://schemas.microsoft.com/office/drawing/2014/main" id="{F80433D6-CC4F-1D47-2EB1-F50EECD8882F}"/>
                  </a:ext>
                </a:extLst>
              </p:cNvPr>
              <p:cNvSpPr/>
              <p:nvPr/>
            </p:nvSpPr>
            <p:spPr>
              <a:xfrm>
                <a:off x="5893898" y="3578636"/>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4" name="Freeform: Shape 213">
                <a:extLst>
                  <a:ext uri="{FF2B5EF4-FFF2-40B4-BE49-F238E27FC236}">
                    <a16:creationId xmlns:a16="http://schemas.microsoft.com/office/drawing/2014/main" id="{82F75E24-3E44-EC4F-8130-2FE81B88FA80}"/>
                  </a:ext>
                </a:extLst>
              </p:cNvPr>
              <p:cNvSpPr/>
              <p:nvPr/>
            </p:nvSpPr>
            <p:spPr>
              <a:xfrm>
                <a:off x="5782130" y="385054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5" name="Freeform: Shape 214">
                <a:extLst>
                  <a:ext uri="{FF2B5EF4-FFF2-40B4-BE49-F238E27FC236}">
                    <a16:creationId xmlns:a16="http://schemas.microsoft.com/office/drawing/2014/main" id="{08992348-1F53-0C67-4965-243BE94FB8AC}"/>
                  </a:ext>
                </a:extLst>
              </p:cNvPr>
              <p:cNvSpPr/>
              <p:nvPr/>
            </p:nvSpPr>
            <p:spPr>
              <a:xfrm>
                <a:off x="5647077" y="4111652"/>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6" name="Freeform: Shape 215">
                <a:extLst>
                  <a:ext uri="{FF2B5EF4-FFF2-40B4-BE49-F238E27FC236}">
                    <a16:creationId xmlns:a16="http://schemas.microsoft.com/office/drawing/2014/main" id="{C1D4CF9F-D968-D0BA-F838-0A3A0B7B6139}"/>
                  </a:ext>
                </a:extLst>
              </p:cNvPr>
              <p:cNvSpPr/>
              <p:nvPr/>
            </p:nvSpPr>
            <p:spPr>
              <a:xfrm>
                <a:off x="5489798" y="43599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7" name="Freeform: Shape 216">
                <a:extLst>
                  <a:ext uri="{FF2B5EF4-FFF2-40B4-BE49-F238E27FC236}">
                    <a16:creationId xmlns:a16="http://schemas.microsoft.com/office/drawing/2014/main" id="{03EBEA57-569C-FADC-9530-61A51FFF6777}"/>
                  </a:ext>
                </a:extLst>
              </p:cNvPr>
              <p:cNvSpPr/>
              <p:nvPr/>
            </p:nvSpPr>
            <p:spPr>
              <a:xfrm>
                <a:off x="5311561" y="4593651"/>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8" name="Freeform: Shape 217">
                <a:extLst>
                  <a:ext uri="{FF2B5EF4-FFF2-40B4-BE49-F238E27FC236}">
                    <a16:creationId xmlns:a16="http://schemas.microsoft.com/office/drawing/2014/main" id="{3A915B8E-45BF-3DBC-E8B9-EB69FD682AE8}"/>
                  </a:ext>
                </a:extLst>
              </p:cNvPr>
              <p:cNvSpPr/>
              <p:nvPr/>
            </p:nvSpPr>
            <p:spPr>
              <a:xfrm>
                <a:off x="5113533" y="481094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19" name="Freeform: Shape 218">
                <a:extLst>
                  <a:ext uri="{FF2B5EF4-FFF2-40B4-BE49-F238E27FC236}">
                    <a16:creationId xmlns:a16="http://schemas.microsoft.com/office/drawing/2014/main" id="{35DE255A-320C-D5EE-AF6B-F4A8437C1482}"/>
                  </a:ext>
                </a:extLst>
              </p:cNvPr>
              <p:cNvSpPr/>
              <p:nvPr/>
            </p:nvSpPr>
            <p:spPr>
              <a:xfrm>
                <a:off x="4897405" y="5010136"/>
                <a:ext cx="114943" cy="114943"/>
              </a:xfrm>
              <a:custGeom>
                <a:avLst/>
                <a:gdLst>
                  <a:gd name="connsiteX0" fmla="*/ 114943 w 114943"/>
                  <a:gd name="connsiteY0" fmla="*/ 57472 h 114943"/>
                  <a:gd name="connsiteX1" fmla="*/ 57471 w 114943"/>
                  <a:gd name="connsiteY1" fmla="*/ 114943 h 114943"/>
                  <a:gd name="connsiteX2" fmla="*/ 0 w 114943"/>
                  <a:gd name="connsiteY2" fmla="*/ 57472 h 114943"/>
                  <a:gd name="connsiteX3" fmla="*/ 57471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1" y="114943"/>
                    </a:cubicBezTo>
                    <a:cubicBezTo>
                      <a:pt x="25731" y="114943"/>
                      <a:pt x="0" y="89212"/>
                      <a:pt x="0" y="57472"/>
                    </a:cubicBezTo>
                    <a:cubicBezTo>
                      <a:pt x="0" y="25731"/>
                      <a:pt x="25731" y="0"/>
                      <a:pt x="57471"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0" name="Freeform: Shape 219">
                <a:extLst>
                  <a:ext uri="{FF2B5EF4-FFF2-40B4-BE49-F238E27FC236}">
                    <a16:creationId xmlns:a16="http://schemas.microsoft.com/office/drawing/2014/main" id="{1B24A3FA-83C1-7247-0EDC-020AB530FED2}"/>
                  </a:ext>
                </a:extLst>
              </p:cNvPr>
              <p:cNvSpPr/>
              <p:nvPr/>
            </p:nvSpPr>
            <p:spPr>
              <a:xfrm>
                <a:off x="4664767" y="518974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1" name="Freeform: Shape 220">
                <a:extLst>
                  <a:ext uri="{FF2B5EF4-FFF2-40B4-BE49-F238E27FC236}">
                    <a16:creationId xmlns:a16="http://schemas.microsoft.com/office/drawing/2014/main" id="{30EED1EB-6589-0BC6-3D89-9C94B8643457}"/>
                  </a:ext>
                </a:extLst>
              </p:cNvPr>
              <p:cNvSpPr/>
              <p:nvPr/>
            </p:nvSpPr>
            <p:spPr>
              <a:xfrm>
                <a:off x="4417311" y="5348404"/>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2" name="Freeform: Shape 221">
                <a:extLst>
                  <a:ext uri="{FF2B5EF4-FFF2-40B4-BE49-F238E27FC236}">
                    <a16:creationId xmlns:a16="http://schemas.microsoft.com/office/drawing/2014/main" id="{DB347614-3662-E43A-E04F-4BFFB03220F1}"/>
                  </a:ext>
                </a:extLst>
              </p:cNvPr>
              <p:cNvSpPr/>
              <p:nvPr/>
            </p:nvSpPr>
            <p:spPr>
              <a:xfrm>
                <a:off x="4156942" y="548493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3" name="Freeform: Shape 222">
                <a:extLst>
                  <a:ext uri="{FF2B5EF4-FFF2-40B4-BE49-F238E27FC236}">
                    <a16:creationId xmlns:a16="http://schemas.microsoft.com/office/drawing/2014/main" id="{D869184A-5AAE-80D7-0332-07DE24C6D58E}"/>
                  </a:ext>
                </a:extLst>
              </p:cNvPr>
              <p:cNvSpPr/>
              <p:nvPr/>
            </p:nvSpPr>
            <p:spPr>
              <a:xfrm>
                <a:off x="3885777" y="559818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4" name="Freeform: Shape 223">
                <a:extLst>
                  <a:ext uri="{FF2B5EF4-FFF2-40B4-BE49-F238E27FC236}">
                    <a16:creationId xmlns:a16="http://schemas.microsoft.com/office/drawing/2014/main" id="{4E793863-7D03-D7D5-51B0-491CA9893082}"/>
                  </a:ext>
                </a:extLst>
              </p:cNvPr>
              <p:cNvSpPr/>
              <p:nvPr/>
            </p:nvSpPr>
            <p:spPr>
              <a:xfrm>
                <a:off x="3605722" y="568751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5" name="Freeform: Shape 224">
                <a:extLst>
                  <a:ext uri="{FF2B5EF4-FFF2-40B4-BE49-F238E27FC236}">
                    <a16:creationId xmlns:a16="http://schemas.microsoft.com/office/drawing/2014/main" id="{B39A3272-6A94-672E-9A95-8668D9816F55}"/>
                  </a:ext>
                </a:extLst>
              </p:cNvPr>
              <p:cNvSpPr/>
              <p:nvPr/>
            </p:nvSpPr>
            <p:spPr>
              <a:xfrm>
                <a:off x="3318999" y="57520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6" name="Freeform: Shape 225">
                <a:extLst>
                  <a:ext uri="{FF2B5EF4-FFF2-40B4-BE49-F238E27FC236}">
                    <a16:creationId xmlns:a16="http://schemas.microsoft.com/office/drawing/2014/main" id="{D70EE9BF-FBAC-9BAB-D405-8F5A0A5855E1}"/>
                  </a:ext>
                </a:extLst>
              </p:cNvPr>
              <p:cNvSpPr/>
              <p:nvPr/>
            </p:nvSpPr>
            <p:spPr>
              <a:xfrm>
                <a:off x="3027619" y="579134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7" name="Freeform: Shape 226">
                <a:extLst>
                  <a:ext uri="{FF2B5EF4-FFF2-40B4-BE49-F238E27FC236}">
                    <a16:creationId xmlns:a16="http://schemas.microsoft.com/office/drawing/2014/main" id="{F0949B74-4FDB-EE30-7EAE-1A27B2184B0B}"/>
                  </a:ext>
                </a:extLst>
              </p:cNvPr>
              <p:cNvSpPr/>
              <p:nvPr/>
            </p:nvSpPr>
            <p:spPr>
              <a:xfrm>
                <a:off x="2734016" y="5805213"/>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8" name="Freeform: Shape 227">
                <a:extLst>
                  <a:ext uri="{FF2B5EF4-FFF2-40B4-BE49-F238E27FC236}">
                    <a16:creationId xmlns:a16="http://schemas.microsoft.com/office/drawing/2014/main" id="{EFAAE8A6-B183-3D36-2119-2600685EDDB3}"/>
                  </a:ext>
                </a:extLst>
              </p:cNvPr>
              <p:cNvSpPr/>
              <p:nvPr/>
            </p:nvSpPr>
            <p:spPr>
              <a:xfrm>
                <a:off x="2440307" y="5793359"/>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3" y="114943"/>
                      <a:pt x="57472" y="114943"/>
                    </a:cubicBezTo>
                    <a:cubicBezTo>
                      <a:pt x="25731" y="114943"/>
                      <a:pt x="0" y="89212"/>
                      <a:pt x="0" y="57472"/>
                    </a:cubicBezTo>
                    <a:cubicBezTo>
                      <a:pt x="0" y="25731"/>
                      <a:pt x="25731" y="0"/>
                      <a:pt x="57472" y="0"/>
                    </a:cubicBezTo>
                    <a:cubicBezTo>
                      <a:pt x="89213"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29" name="Freeform: Shape 228">
                <a:extLst>
                  <a:ext uri="{FF2B5EF4-FFF2-40B4-BE49-F238E27FC236}">
                    <a16:creationId xmlns:a16="http://schemas.microsoft.com/office/drawing/2014/main" id="{8022B7B2-CB30-404D-F9D6-943F1D8811B5}"/>
                  </a:ext>
                </a:extLst>
              </p:cNvPr>
              <p:cNvSpPr/>
              <p:nvPr/>
            </p:nvSpPr>
            <p:spPr>
              <a:xfrm>
                <a:off x="2148821" y="5755997"/>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0" name="Freeform: Shape 229">
                <a:extLst>
                  <a:ext uri="{FF2B5EF4-FFF2-40B4-BE49-F238E27FC236}">
                    <a16:creationId xmlns:a16="http://schemas.microsoft.com/office/drawing/2014/main" id="{36B7908D-F16A-98F8-D91E-9A16E993AF36}"/>
                  </a:ext>
                </a:extLst>
              </p:cNvPr>
              <p:cNvSpPr/>
              <p:nvPr/>
            </p:nvSpPr>
            <p:spPr>
              <a:xfrm>
                <a:off x="1861568" y="569344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1" name="Freeform: Shape 230">
                <a:extLst>
                  <a:ext uri="{FF2B5EF4-FFF2-40B4-BE49-F238E27FC236}">
                    <a16:creationId xmlns:a16="http://schemas.microsoft.com/office/drawing/2014/main" id="{A9DF83B7-EB2E-3DEE-2DC6-594410ADE23E}"/>
                  </a:ext>
                </a:extLst>
              </p:cNvPr>
              <p:cNvSpPr/>
              <p:nvPr/>
            </p:nvSpPr>
            <p:spPr>
              <a:xfrm>
                <a:off x="1580984" y="5606020"/>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2" name="Freeform: Shape 231">
                <a:extLst>
                  <a:ext uri="{FF2B5EF4-FFF2-40B4-BE49-F238E27FC236}">
                    <a16:creationId xmlns:a16="http://schemas.microsoft.com/office/drawing/2014/main" id="{C2A2197A-9A52-D990-0323-FC991DC475AC}"/>
                  </a:ext>
                </a:extLst>
              </p:cNvPr>
              <p:cNvSpPr/>
              <p:nvPr/>
            </p:nvSpPr>
            <p:spPr>
              <a:xfrm>
                <a:off x="1308973" y="5494570"/>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3" name="Freeform: Shape 232">
                <a:extLst>
                  <a:ext uri="{FF2B5EF4-FFF2-40B4-BE49-F238E27FC236}">
                    <a16:creationId xmlns:a16="http://schemas.microsoft.com/office/drawing/2014/main" id="{4C6B8976-699B-DE06-FF18-F275E88CDEF5}"/>
                  </a:ext>
                </a:extLst>
              </p:cNvPr>
              <p:cNvSpPr/>
              <p:nvPr/>
            </p:nvSpPr>
            <p:spPr>
              <a:xfrm>
                <a:off x="1047757" y="535983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4" name="Freeform: Shape 233">
                <a:extLst>
                  <a:ext uri="{FF2B5EF4-FFF2-40B4-BE49-F238E27FC236}">
                    <a16:creationId xmlns:a16="http://schemas.microsoft.com/office/drawing/2014/main" id="{706BC501-B5A1-2763-FBE4-EB14CBBD9F93}"/>
                  </a:ext>
                </a:extLst>
              </p:cNvPr>
              <p:cNvSpPr/>
              <p:nvPr/>
            </p:nvSpPr>
            <p:spPr>
              <a:xfrm>
                <a:off x="799242" y="5202872"/>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5" name="Freeform: Shape 234">
                <a:extLst>
                  <a:ext uri="{FF2B5EF4-FFF2-40B4-BE49-F238E27FC236}">
                    <a16:creationId xmlns:a16="http://schemas.microsoft.com/office/drawing/2014/main" id="{F95B0693-A93D-406A-45C5-E2CFAA457E73}"/>
                  </a:ext>
                </a:extLst>
              </p:cNvPr>
              <p:cNvSpPr/>
              <p:nvPr/>
            </p:nvSpPr>
            <p:spPr>
              <a:xfrm>
                <a:off x="565334" y="5024848"/>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6" name="Freeform: Shape 235">
                <a:extLst>
                  <a:ext uri="{FF2B5EF4-FFF2-40B4-BE49-F238E27FC236}">
                    <a16:creationId xmlns:a16="http://schemas.microsoft.com/office/drawing/2014/main" id="{45B4EA9A-9C4D-FF5E-A091-C0C6530E7FEA}"/>
                  </a:ext>
                </a:extLst>
              </p:cNvPr>
              <p:cNvSpPr/>
              <p:nvPr/>
            </p:nvSpPr>
            <p:spPr>
              <a:xfrm>
                <a:off x="347831" y="482703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3"/>
                      <a:pt x="57472" y="114943"/>
                    </a:cubicBezTo>
                    <a:cubicBezTo>
                      <a:pt x="25731" y="114943"/>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7" name="Freeform: Shape 236">
                <a:extLst>
                  <a:ext uri="{FF2B5EF4-FFF2-40B4-BE49-F238E27FC236}">
                    <a16:creationId xmlns:a16="http://schemas.microsoft.com/office/drawing/2014/main" id="{0EC6AB4E-F6D8-11CB-8C46-17F7B8C01560}"/>
                  </a:ext>
                </a:extLst>
              </p:cNvPr>
              <p:cNvSpPr/>
              <p:nvPr/>
            </p:nvSpPr>
            <p:spPr>
              <a:xfrm>
                <a:off x="148426" y="461111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8" name="Freeform: Shape 237">
                <a:extLst>
                  <a:ext uri="{FF2B5EF4-FFF2-40B4-BE49-F238E27FC236}">
                    <a16:creationId xmlns:a16="http://schemas.microsoft.com/office/drawing/2014/main" id="{32BA883E-620D-6850-E423-6749561A7283}"/>
                  </a:ext>
                </a:extLst>
              </p:cNvPr>
              <p:cNvSpPr/>
              <p:nvPr/>
            </p:nvSpPr>
            <p:spPr>
              <a:xfrm>
                <a:off x="-31503" y="4378688"/>
                <a:ext cx="114943" cy="114943"/>
              </a:xfrm>
              <a:custGeom>
                <a:avLst/>
                <a:gdLst>
                  <a:gd name="connsiteX0" fmla="*/ 114943 w 114943"/>
                  <a:gd name="connsiteY0" fmla="*/ 57471 h 114943"/>
                  <a:gd name="connsiteX1" fmla="*/ 57472 w 114943"/>
                  <a:gd name="connsiteY1" fmla="*/ 114943 h 114943"/>
                  <a:gd name="connsiteX2" fmla="*/ 0 w 114943"/>
                  <a:gd name="connsiteY2" fmla="*/ 57471 h 114943"/>
                  <a:gd name="connsiteX3" fmla="*/ 57472 w 114943"/>
                  <a:gd name="connsiteY3" fmla="*/ 0 h 114943"/>
                  <a:gd name="connsiteX4" fmla="*/ 114943 w 114943"/>
                  <a:gd name="connsiteY4" fmla="*/ 57471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1"/>
                    </a:moveTo>
                    <a:cubicBezTo>
                      <a:pt x="114943" y="89212"/>
                      <a:pt x="89212" y="114943"/>
                      <a:pt x="57472" y="114943"/>
                    </a:cubicBezTo>
                    <a:cubicBezTo>
                      <a:pt x="25731" y="114943"/>
                      <a:pt x="0" y="89212"/>
                      <a:pt x="0" y="57471"/>
                    </a:cubicBezTo>
                    <a:cubicBezTo>
                      <a:pt x="0" y="25731"/>
                      <a:pt x="25731" y="0"/>
                      <a:pt x="57472" y="0"/>
                    </a:cubicBezTo>
                    <a:cubicBezTo>
                      <a:pt x="89212" y="0"/>
                      <a:pt x="114943" y="25731"/>
                      <a:pt x="114943" y="57471"/>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39" name="Freeform: Shape 238">
                <a:extLst>
                  <a:ext uri="{FF2B5EF4-FFF2-40B4-BE49-F238E27FC236}">
                    <a16:creationId xmlns:a16="http://schemas.microsoft.com/office/drawing/2014/main" id="{CB6B617E-D254-41CB-82B7-E9D3F2A1671E}"/>
                  </a:ext>
                </a:extLst>
              </p:cNvPr>
              <p:cNvSpPr/>
              <p:nvPr/>
            </p:nvSpPr>
            <p:spPr>
              <a:xfrm>
                <a:off x="-190476" y="4131444"/>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0" name="Freeform: Shape 239">
                <a:extLst>
                  <a:ext uri="{FF2B5EF4-FFF2-40B4-BE49-F238E27FC236}">
                    <a16:creationId xmlns:a16="http://schemas.microsoft.com/office/drawing/2014/main" id="{0ECC0920-79AF-526C-788A-CB98CDA14B05}"/>
                  </a:ext>
                </a:extLst>
              </p:cNvPr>
              <p:cNvSpPr/>
              <p:nvPr/>
            </p:nvSpPr>
            <p:spPr>
              <a:xfrm>
                <a:off x="-327222" y="3871287"/>
                <a:ext cx="114943" cy="114943"/>
              </a:xfrm>
              <a:custGeom>
                <a:avLst/>
                <a:gdLst>
                  <a:gd name="connsiteX0" fmla="*/ 114943 w 114943"/>
                  <a:gd name="connsiteY0" fmla="*/ 57472 h 114943"/>
                  <a:gd name="connsiteX1" fmla="*/ 57472 w 114943"/>
                  <a:gd name="connsiteY1" fmla="*/ 114944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3"/>
                      <a:pt x="89212" y="114944"/>
                      <a:pt x="57472" y="114944"/>
                    </a:cubicBezTo>
                    <a:cubicBezTo>
                      <a:pt x="25731" y="114944"/>
                      <a:pt x="0" y="89213"/>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1" name="Freeform: Shape 240">
                <a:extLst>
                  <a:ext uri="{FF2B5EF4-FFF2-40B4-BE49-F238E27FC236}">
                    <a16:creationId xmlns:a16="http://schemas.microsoft.com/office/drawing/2014/main" id="{D78C69A6-A3D6-CDF3-5E44-3090B3E8E1C1}"/>
                  </a:ext>
                </a:extLst>
              </p:cNvPr>
              <p:cNvSpPr/>
              <p:nvPr/>
            </p:nvSpPr>
            <p:spPr>
              <a:xfrm>
                <a:off x="-440895" y="360022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2" name="Freeform: Shape 241">
                <a:extLst>
                  <a:ext uri="{FF2B5EF4-FFF2-40B4-BE49-F238E27FC236}">
                    <a16:creationId xmlns:a16="http://schemas.microsoft.com/office/drawing/2014/main" id="{DAA6D319-D443-31F5-C139-DA37140C27C2}"/>
                  </a:ext>
                </a:extLst>
              </p:cNvPr>
              <p:cNvSpPr/>
              <p:nvPr/>
            </p:nvSpPr>
            <p:spPr>
              <a:xfrm>
                <a:off x="-530437" y="3320278"/>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3" name="Freeform: Shape 242">
                <a:extLst>
                  <a:ext uri="{FF2B5EF4-FFF2-40B4-BE49-F238E27FC236}">
                    <a16:creationId xmlns:a16="http://schemas.microsoft.com/office/drawing/2014/main" id="{1D7B9B01-8300-C38A-6E66-72DA57B270AD}"/>
                  </a:ext>
                </a:extLst>
              </p:cNvPr>
              <p:cNvSpPr/>
              <p:nvPr/>
            </p:nvSpPr>
            <p:spPr>
              <a:xfrm>
                <a:off x="-595317" y="3033555"/>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44" name="Freeform: Shape 243">
                <a:extLst>
                  <a:ext uri="{FF2B5EF4-FFF2-40B4-BE49-F238E27FC236}">
                    <a16:creationId xmlns:a16="http://schemas.microsoft.com/office/drawing/2014/main" id="{16C25E1A-F78F-EB71-EF5B-3A8A5834A264}"/>
                  </a:ext>
                </a:extLst>
              </p:cNvPr>
              <p:cNvSpPr/>
              <p:nvPr/>
            </p:nvSpPr>
            <p:spPr>
              <a:xfrm>
                <a:off x="-635008" y="2742281"/>
                <a:ext cx="114943" cy="114943"/>
              </a:xfrm>
              <a:custGeom>
                <a:avLst/>
                <a:gdLst>
                  <a:gd name="connsiteX0" fmla="*/ 114943 w 114943"/>
                  <a:gd name="connsiteY0" fmla="*/ 57472 h 114943"/>
                  <a:gd name="connsiteX1" fmla="*/ 57472 w 114943"/>
                  <a:gd name="connsiteY1" fmla="*/ 114943 h 114943"/>
                  <a:gd name="connsiteX2" fmla="*/ 0 w 114943"/>
                  <a:gd name="connsiteY2" fmla="*/ 57472 h 114943"/>
                  <a:gd name="connsiteX3" fmla="*/ 57472 w 114943"/>
                  <a:gd name="connsiteY3" fmla="*/ 0 h 114943"/>
                  <a:gd name="connsiteX4" fmla="*/ 114943 w 114943"/>
                  <a:gd name="connsiteY4" fmla="*/ 57472 h 114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943" h="114943">
                    <a:moveTo>
                      <a:pt x="114943" y="57472"/>
                    </a:moveTo>
                    <a:cubicBezTo>
                      <a:pt x="114943" y="89212"/>
                      <a:pt x="89212" y="114943"/>
                      <a:pt x="57472" y="114943"/>
                    </a:cubicBezTo>
                    <a:cubicBezTo>
                      <a:pt x="25731" y="114943"/>
                      <a:pt x="0" y="89212"/>
                      <a:pt x="0" y="57472"/>
                    </a:cubicBezTo>
                    <a:cubicBezTo>
                      <a:pt x="0" y="25731"/>
                      <a:pt x="25731" y="0"/>
                      <a:pt x="57472" y="0"/>
                    </a:cubicBezTo>
                    <a:cubicBezTo>
                      <a:pt x="89212" y="0"/>
                      <a:pt x="114943" y="25731"/>
                      <a:pt x="114943" y="5747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5" name="Graphic 9">
              <a:extLst>
                <a:ext uri="{FF2B5EF4-FFF2-40B4-BE49-F238E27FC236}">
                  <a16:creationId xmlns:a16="http://schemas.microsoft.com/office/drawing/2014/main" id="{7188BE20-A496-A343-3E14-A0F2B2C13E15}"/>
                </a:ext>
              </a:extLst>
            </p:cNvPr>
            <p:cNvGrpSpPr/>
            <p:nvPr/>
          </p:nvGrpSpPr>
          <p:grpSpPr>
            <a:xfrm>
              <a:off x="-2187793" y="-2188909"/>
              <a:ext cx="9603586" cy="9603586"/>
              <a:chOff x="-903209" y="-1192357"/>
              <a:chExt cx="7366532" cy="7366532"/>
            </a:xfrm>
            <a:solidFill>
              <a:schemeClr val="accent1">
                <a:lumMod val="20000"/>
                <a:lumOff val="80000"/>
                <a:alpha val="10000"/>
              </a:schemeClr>
            </a:solidFill>
          </p:grpSpPr>
          <p:sp>
            <p:nvSpPr>
              <p:cNvPr id="101" name="Freeform: Shape 100">
                <a:extLst>
                  <a:ext uri="{FF2B5EF4-FFF2-40B4-BE49-F238E27FC236}">
                    <a16:creationId xmlns:a16="http://schemas.microsoft.com/office/drawing/2014/main" id="{267BC7AF-F4A0-5231-7B0B-F30DB11C826B}"/>
                  </a:ext>
                </a:extLst>
              </p:cNvPr>
              <p:cNvSpPr/>
              <p:nvPr/>
            </p:nvSpPr>
            <p:spPr>
              <a:xfrm>
                <a:off x="-903209" y="242920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2" name="Freeform: Shape 101">
                <a:extLst>
                  <a:ext uri="{FF2B5EF4-FFF2-40B4-BE49-F238E27FC236}">
                    <a16:creationId xmlns:a16="http://schemas.microsoft.com/office/drawing/2014/main" id="{9E8466E9-B2FF-EEED-1176-59B026A80D89}"/>
                  </a:ext>
                </a:extLst>
              </p:cNvPr>
              <p:cNvSpPr/>
              <p:nvPr/>
            </p:nvSpPr>
            <p:spPr>
              <a:xfrm>
                <a:off x="-889450" y="211379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3" name="Freeform: Shape 102">
                <a:extLst>
                  <a:ext uri="{FF2B5EF4-FFF2-40B4-BE49-F238E27FC236}">
                    <a16:creationId xmlns:a16="http://schemas.microsoft.com/office/drawing/2014/main" id="{18885F5C-2AA8-A667-29E1-229A57D4B323}"/>
                  </a:ext>
                </a:extLst>
              </p:cNvPr>
              <p:cNvSpPr/>
              <p:nvPr/>
            </p:nvSpPr>
            <p:spPr>
              <a:xfrm>
                <a:off x="-848277" y="180082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4" name="Freeform: Shape 103">
                <a:extLst>
                  <a:ext uri="{FF2B5EF4-FFF2-40B4-BE49-F238E27FC236}">
                    <a16:creationId xmlns:a16="http://schemas.microsoft.com/office/drawing/2014/main" id="{1FB892CB-87C7-E68C-DC19-5C7C25149CE9}"/>
                  </a:ext>
                </a:extLst>
              </p:cNvPr>
              <p:cNvSpPr/>
              <p:nvPr/>
            </p:nvSpPr>
            <p:spPr>
              <a:xfrm>
                <a:off x="-780010" y="149251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5" name="Freeform: Shape 104">
                <a:extLst>
                  <a:ext uri="{FF2B5EF4-FFF2-40B4-BE49-F238E27FC236}">
                    <a16:creationId xmlns:a16="http://schemas.microsoft.com/office/drawing/2014/main" id="{8C800B14-B499-9344-D946-1185CE576D00}"/>
                  </a:ext>
                </a:extLst>
              </p:cNvPr>
              <p:cNvSpPr/>
              <p:nvPr/>
            </p:nvSpPr>
            <p:spPr>
              <a:xfrm>
                <a:off x="-685071" y="119139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6" name="Freeform: Shape 105">
                <a:extLst>
                  <a:ext uri="{FF2B5EF4-FFF2-40B4-BE49-F238E27FC236}">
                    <a16:creationId xmlns:a16="http://schemas.microsoft.com/office/drawing/2014/main" id="{6583E7A2-40B2-6241-6796-8A3BB7E213AF}"/>
                  </a:ext>
                </a:extLst>
              </p:cNvPr>
              <p:cNvSpPr/>
              <p:nvPr/>
            </p:nvSpPr>
            <p:spPr>
              <a:xfrm>
                <a:off x="-564306" y="8996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7" name="Freeform: Shape 106">
                <a:extLst>
                  <a:ext uri="{FF2B5EF4-FFF2-40B4-BE49-F238E27FC236}">
                    <a16:creationId xmlns:a16="http://schemas.microsoft.com/office/drawing/2014/main" id="{2D788EFC-5D9F-3228-7F3C-52CBC6B13673}"/>
                  </a:ext>
                </a:extLst>
              </p:cNvPr>
              <p:cNvSpPr/>
              <p:nvPr/>
            </p:nvSpPr>
            <p:spPr>
              <a:xfrm>
                <a:off x="-418669" y="61964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8" name="Freeform: Shape 107">
                <a:extLst>
                  <a:ext uri="{FF2B5EF4-FFF2-40B4-BE49-F238E27FC236}">
                    <a16:creationId xmlns:a16="http://schemas.microsoft.com/office/drawing/2014/main" id="{BCCB28AD-2754-4EF4-D973-904D5A94CE25}"/>
                  </a:ext>
                </a:extLst>
              </p:cNvPr>
              <p:cNvSpPr/>
              <p:nvPr/>
            </p:nvSpPr>
            <p:spPr>
              <a:xfrm>
                <a:off x="-249112" y="35323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9" name="Freeform: Shape 108">
                <a:extLst>
                  <a:ext uri="{FF2B5EF4-FFF2-40B4-BE49-F238E27FC236}">
                    <a16:creationId xmlns:a16="http://schemas.microsoft.com/office/drawing/2014/main" id="{EB1F3FD4-BDFC-D018-1E03-9673BFF30F2A}"/>
                  </a:ext>
                </a:extLst>
              </p:cNvPr>
              <p:cNvSpPr/>
              <p:nvPr/>
            </p:nvSpPr>
            <p:spPr>
              <a:xfrm>
                <a:off x="-57116" y="10271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0" name="Freeform: Shape 109">
                <a:extLst>
                  <a:ext uri="{FF2B5EF4-FFF2-40B4-BE49-F238E27FC236}">
                    <a16:creationId xmlns:a16="http://schemas.microsoft.com/office/drawing/2014/main" id="{2065D8E0-273F-8D7B-32E6-26860FFC2995}"/>
                  </a:ext>
                </a:extLst>
              </p:cNvPr>
              <p:cNvSpPr/>
              <p:nvPr/>
            </p:nvSpPr>
            <p:spPr>
              <a:xfrm>
                <a:off x="156047" y="-13013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1" name="Freeform: Shape 110">
                <a:extLst>
                  <a:ext uri="{FF2B5EF4-FFF2-40B4-BE49-F238E27FC236}">
                    <a16:creationId xmlns:a16="http://schemas.microsoft.com/office/drawing/2014/main" id="{1926E103-0E39-751B-CD59-C60901B3033B}"/>
                  </a:ext>
                </a:extLst>
              </p:cNvPr>
              <p:cNvSpPr/>
              <p:nvPr/>
            </p:nvSpPr>
            <p:spPr>
              <a:xfrm>
                <a:off x="388685" y="-34361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2" name="Freeform: Shape 111">
                <a:extLst>
                  <a:ext uri="{FF2B5EF4-FFF2-40B4-BE49-F238E27FC236}">
                    <a16:creationId xmlns:a16="http://schemas.microsoft.com/office/drawing/2014/main" id="{D1B85315-11A8-9A3A-274C-C0C27DC3764F}"/>
                  </a:ext>
                </a:extLst>
              </p:cNvPr>
              <p:cNvSpPr/>
              <p:nvPr/>
            </p:nvSpPr>
            <p:spPr>
              <a:xfrm>
                <a:off x="639105" y="-53593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3" name="Freeform: Shape 112">
                <a:extLst>
                  <a:ext uri="{FF2B5EF4-FFF2-40B4-BE49-F238E27FC236}">
                    <a16:creationId xmlns:a16="http://schemas.microsoft.com/office/drawing/2014/main" id="{E541700E-1170-625E-C8F2-0DD6334B3F4D}"/>
                  </a:ext>
                </a:extLst>
              </p:cNvPr>
              <p:cNvSpPr/>
              <p:nvPr/>
            </p:nvSpPr>
            <p:spPr>
              <a:xfrm>
                <a:off x="905189" y="-70580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4" name="Freeform: Shape 113">
                <a:extLst>
                  <a:ext uri="{FF2B5EF4-FFF2-40B4-BE49-F238E27FC236}">
                    <a16:creationId xmlns:a16="http://schemas.microsoft.com/office/drawing/2014/main" id="{7EB10906-29DC-6DB4-3CD7-AEAB2573561B}"/>
                  </a:ext>
                </a:extLst>
              </p:cNvPr>
              <p:cNvSpPr/>
              <p:nvPr/>
            </p:nvSpPr>
            <p:spPr>
              <a:xfrm>
                <a:off x="1185139" y="-851761"/>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5" name="Freeform: Shape 114">
                <a:extLst>
                  <a:ext uri="{FF2B5EF4-FFF2-40B4-BE49-F238E27FC236}">
                    <a16:creationId xmlns:a16="http://schemas.microsoft.com/office/drawing/2014/main" id="{BC800310-01B1-4D92-736A-FD5B6E445E32}"/>
                  </a:ext>
                </a:extLst>
              </p:cNvPr>
              <p:cNvSpPr/>
              <p:nvPr/>
            </p:nvSpPr>
            <p:spPr>
              <a:xfrm>
                <a:off x="1476731" y="-97284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6" name="Freeform: Shape 115">
                <a:extLst>
                  <a:ext uri="{FF2B5EF4-FFF2-40B4-BE49-F238E27FC236}">
                    <a16:creationId xmlns:a16="http://schemas.microsoft.com/office/drawing/2014/main" id="{A3FCE044-BB8D-19F9-1D15-CDBA74FAADDA}"/>
                  </a:ext>
                </a:extLst>
              </p:cNvPr>
              <p:cNvSpPr/>
              <p:nvPr/>
            </p:nvSpPr>
            <p:spPr>
              <a:xfrm>
                <a:off x="1777742" y="-106810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7" name="Freeform: Shape 116">
                <a:extLst>
                  <a:ext uri="{FF2B5EF4-FFF2-40B4-BE49-F238E27FC236}">
                    <a16:creationId xmlns:a16="http://schemas.microsoft.com/office/drawing/2014/main" id="{5761BC6E-F6FC-80B1-2B10-6D8029BD1B66}"/>
                  </a:ext>
                </a:extLst>
              </p:cNvPr>
              <p:cNvSpPr/>
              <p:nvPr/>
            </p:nvSpPr>
            <p:spPr>
              <a:xfrm>
                <a:off x="2085845" y="-1136685"/>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8" name="Freeform: Shape 117">
                <a:extLst>
                  <a:ext uri="{FF2B5EF4-FFF2-40B4-BE49-F238E27FC236}">
                    <a16:creationId xmlns:a16="http://schemas.microsoft.com/office/drawing/2014/main" id="{EE853737-6CE4-0156-9141-1D844633FBA7}"/>
                  </a:ext>
                </a:extLst>
              </p:cNvPr>
              <p:cNvSpPr/>
              <p:nvPr/>
            </p:nvSpPr>
            <p:spPr>
              <a:xfrm>
                <a:off x="2398817" y="-1178174"/>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19" name="Freeform: Shape 118">
                <a:extLst>
                  <a:ext uri="{FF2B5EF4-FFF2-40B4-BE49-F238E27FC236}">
                    <a16:creationId xmlns:a16="http://schemas.microsoft.com/office/drawing/2014/main" id="{8FD70E74-A993-5ED6-E2B4-DDF848778CA3}"/>
                  </a:ext>
                </a:extLst>
              </p:cNvPr>
              <p:cNvSpPr/>
              <p:nvPr/>
            </p:nvSpPr>
            <p:spPr>
              <a:xfrm>
                <a:off x="2714223" y="-1192357"/>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0" name="Freeform: Shape 119">
                <a:extLst>
                  <a:ext uri="{FF2B5EF4-FFF2-40B4-BE49-F238E27FC236}">
                    <a16:creationId xmlns:a16="http://schemas.microsoft.com/office/drawing/2014/main" id="{87E0669C-571F-C049-3DBD-8AF6DEB7415B}"/>
                  </a:ext>
                </a:extLst>
              </p:cNvPr>
              <p:cNvSpPr/>
              <p:nvPr/>
            </p:nvSpPr>
            <p:spPr>
              <a:xfrm>
                <a:off x="3029735" y="-117891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1" name="Freeform: Shape 120">
                <a:extLst>
                  <a:ext uri="{FF2B5EF4-FFF2-40B4-BE49-F238E27FC236}">
                    <a16:creationId xmlns:a16="http://schemas.microsoft.com/office/drawing/2014/main" id="{EB7BFD98-9017-6381-B10F-21EFF4135770}"/>
                  </a:ext>
                </a:extLst>
              </p:cNvPr>
              <p:cNvSpPr/>
              <p:nvPr/>
            </p:nvSpPr>
            <p:spPr>
              <a:xfrm>
                <a:off x="3342707" y="-1138061"/>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2" name="Freeform: Shape 121">
                <a:extLst>
                  <a:ext uri="{FF2B5EF4-FFF2-40B4-BE49-F238E27FC236}">
                    <a16:creationId xmlns:a16="http://schemas.microsoft.com/office/drawing/2014/main" id="{E2530725-8442-149C-C290-3A639B38A677}"/>
                  </a:ext>
                </a:extLst>
              </p:cNvPr>
              <p:cNvSpPr/>
              <p:nvPr/>
            </p:nvSpPr>
            <p:spPr>
              <a:xfrm>
                <a:off x="3651022" y="-1070216"/>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3" name="Freeform: Shape 122">
                <a:extLst>
                  <a:ext uri="{FF2B5EF4-FFF2-40B4-BE49-F238E27FC236}">
                    <a16:creationId xmlns:a16="http://schemas.microsoft.com/office/drawing/2014/main" id="{508FB2B1-4E4A-2259-308E-CE70599FAC95}"/>
                  </a:ext>
                </a:extLst>
              </p:cNvPr>
              <p:cNvSpPr/>
              <p:nvPr/>
            </p:nvSpPr>
            <p:spPr>
              <a:xfrm>
                <a:off x="3952245" y="-9755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7" y="123411"/>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4" name="Freeform: Shape 123">
                <a:extLst>
                  <a:ext uri="{FF2B5EF4-FFF2-40B4-BE49-F238E27FC236}">
                    <a16:creationId xmlns:a16="http://schemas.microsoft.com/office/drawing/2014/main" id="{DAFFC95A-73CF-6E83-B6ED-5C57214094F1}"/>
                  </a:ext>
                </a:extLst>
              </p:cNvPr>
              <p:cNvSpPr/>
              <p:nvPr/>
            </p:nvSpPr>
            <p:spPr>
              <a:xfrm>
                <a:off x="4244155" y="-855253"/>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5" name="Freeform: Shape 124">
                <a:extLst>
                  <a:ext uri="{FF2B5EF4-FFF2-40B4-BE49-F238E27FC236}">
                    <a16:creationId xmlns:a16="http://schemas.microsoft.com/office/drawing/2014/main" id="{1A1BAA6D-CDE0-9344-1D5B-16DF502B0106}"/>
                  </a:ext>
                </a:extLst>
              </p:cNvPr>
              <p:cNvSpPr/>
              <p:nvPr/>
            </p:nvSpPr>
            <p:spPr>
              <a:xfrm>
                <a:off x="4524422" y="-70982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6" name="Freeform: Shape 125">
                <a:extLst>
                  <a:ext uri="{FF2B5EF4-FFF2-40B4-BE49-F238E27FC236}">
                    <a16:creationId xmlns:a16="http://schemas.microsoft.com/office/drawing/2014/main" id="{E30AC88D-F9CF-EC08-3AE8-00A051C1A7F7}"/>
                  </a:ext>
                </a:extLst>
              </p:cNvPr>
              <p:cNvSpPr/>
              <p:nvPr/>
            </p:nvSpPr>
            <p:spPr>
              <a:xfrm>
                <a:off x="4790929" y="-54069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7" name="Freeform: Shape 126">
                <a:extLst>
                  <a:ext uri="{FF2B5EF4-FFF2-40B4-BE49-F238E27FC236}">
                    <a16:creationId xmlns:a16="http://schemas.microsoft.com/office/drawing/2014/main" id="{52B4DA81-3E02-AA27-D8DA-4CAEEBCCED5C}"/>
                  </a:ext>
                </a:extLst>
              </p:cNvPr>
              <p:cNvSpPr/>
              <p:nvPr/>
            </p:nvSpPr>
            <p:spPr>
              <a:xfrm>
                <a:off x="5041667" y="-348804"/>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8" name="Freeform: Shape 127">
                <a:extLst>
                  <a:ext uri="{FF2B5EF4-FFF2-40B4-BE49-F238E27FC236}">
                    <a16:creationId xmlns:a16="http://schemas.microsoft.com/office/drawing/2014/main" id="{F70F7193-178D-D462-A70E-4BEA3D097784}"/>
                  </a:ext>
                </a:extLst>
              </p:cNvPr>
              <p:cNvSpPr/>
              <p:nvPr/>
            </p:nvSpPr>
            <p:spPr>
              <a:xfrm>
                <a:off x="5274834" y="-1359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29" name="Freeform: Shape 128">
                <a:extLst>
                  <a:ext uri="{FF2B5EF4-FFF2-40B4-BE49-F238E27FC236}">
                    <a16:creationId xmlns:a16="http://schemas.microsoft.com/office/drawing/2014/main" id="{55AF1B4E-9772-C422-4FB2-A0EB276AEB47}"/>
                  </a:ext>
                </a:extLst>
              </p:cNvPr>
              <p:cNvSpPr/>
              <p:nvPr/>
            </p:nvSpPr>
            <p:spPr>
              <a:xfrm>
                <a:off x="5488527" y="9646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0" name="Freeform: Shape 129">
                <a:extLst>
                  <a:ext uri="{FF2B5EF4-FFF2-40B4-BE49-F238E27FC236}">
                    <a16:creationId xmlns:a16="http://schemas.microsoft.com/office/drawing/2014/main" id="{5CD56F22-5001-9CE5-7485-CB5FBE8F202E}"/>
                  </a:ext>
                </a:extLst>
              </p:cNvPr>
              <p:cNvSpPr/>
              <p:nvPr/>
            </p:nvSpPr>
            <p:spPr>
              <a:xfrm>
                <a:off x="5681158" y="346570"/>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1" name="Freeform: Shape 130">
                <a:extLst>
                  <a:ext uri="{FF2B5EF4-FFF2-40B4-BE49-F238E27FC236}">
                    <a16:creationId xmlns:a16="http://schemas.microsoft.com/office/drawing/2014/main" id="{8DA330AC-7114-1F68-CA27-81F611558F62}"/>
                  </a:ext>
                </a:extLst>
              </p:cNvPr>
              <p:cNvSpPr/>
              <p:nvPr/>
            </p:nvSpPr>
            <p:spPr>
              <a:xfrm>
                <a:off x="5851244" y="6125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2" name="Freeform: Shape 131">
                <a:extLst>
                  <a:ext uri="{FF2B5EF4-FFF2-40B4-BE49-F238E27FC236}">
                    <a16:creationId xmlns:a16="http://schemas.microsoft.com/office/drawing/2014/main" id="{786A1205-BB29-B190-F244-A5CC06058975}"/>
                  </a:ext>
                </a:extLst>
              </p:cNvPr>
              <p:cNvSpPr/>
              <p:nvPr/>
            </p:nvSpPr>
            <p:spPr>
              <a:xfrm>
                <a:off x="5997623" y="892286"/>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3" name="Freeform: Shape 132">
                <a:extLst>
                  <a:ext uri="{FF2B5EF4-FFF2-40B4-BE49-F238E27FC236}">
                    <a16:creationId xmlns:a16="http://schemas.microsoft.com/office/drawing/2014/main" id="{46519BCE-E8EC-5E18-D6ED-EA13687CE846}"/>
                  </a:ext>
                </a:extLst>
              </p:cNvPr>
              <p:cNvSpPr/>
              <p:nvPr/>
            </p:nvSpPr>
            <p:spPr>
              <a:xfrm>
                <a:off x="6119022" y="118377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4" name="Freeform: Shape 133">
                <a:extLst>
                  <a:ext uri="{FF2B5EF4-FFF2-40B4-BE49-F238E27FC236}">
                    <a16:creationId xmlns:a16="http://schemas.microsoft.com/office/drawing/2014/main" id="{6F6EA926-5171-DAB9-2C63-58789A3020A0}"/>
                  </a:ext>
                </a:extLst>
              </p:cNvPr>
              <p:cNvSpPr/>
              <p:nvPr/>
            </p:nvSpPr>
            <p:spPr>
              <a:xfrm>
                <a:off x="6214597" y="1484678"/>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7"/>
                      <a:pt x="27626" y="0"/>
                      <a:pt x="61705" y="0"/>
                    </a:cubicBezTo>
                    <a:cubicBezTo>
                      <a:pt x="95784" y="0"/>
                      <a:pt x="123410" y="27627"/>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5" name="Freeform: Shape 134">
                <a:extLst>
                  <a:ext uri="{FF2B5EF4-FFF2-40B4-BE49-F238E27FC236}">
                    <a16:creationId xmlns:a16="http://schemas.microsoft.com/office/drawing/2014/main" id="{4CA57848-DAFF-65C2-D97D-DA0154CC59C0}"/>
                  </a:ext>
                </a:extLst>
              </p:cNvPr>
              <p:cNvSpPr/>
              <p:nvPr/>
            </p:nvSpPr>
            <p:spPr>
              <a:xfrm>
                <a:off x="6283499" y="1792675"/>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6" name="Freeform: Shape 135">
                <a:extLst>
                  <a:ext uri="{FF2B5EF4-FFF2-40B4-BE49-F238E27FC236}">
                    <a16:creationId xmlns:a16="http://schemas.microsoft.com/office/drawing/2014/main" id="{309BA940-57F6-3E6B-2FD5-A86AC0C9B65B}"/>
                  </a:ext>
                </a:extLst>
              </p:cNvPr>
              <p:cNvSpPr/>
              <p:nvPr/>
            </p:nvSpPr>
            <p:spPr>
              <a:xfrm>
                <a:off x="6325412" y="210564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7" name="Freeform: Shape 136">
                <a:extLst>
                  <a:ext uri="{FF2B5EF4-FFF2-40B4-BE49-F238E27FC236}">
                    <a16:creationId xmlns:a16="http://schemas.microsoft.com/office/drawing/2014/main" id="{E14746C5-F337-7EA2-E215-7140A9CB66A3}"/>
                  </a:ext>
                </a:extLst>
              </p:cNvPr>
              <p:cNvSpPr/>
              <p:nvPr/>
            </p:nvSpPr>
            <p:spPr>
              <a:xfrm>
                <a:off x="6339912" y="242105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7"/>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8" name="Freeform: Shape 137">
                <a:extLst>
                  <a:ext uri="{FF2B5EF4-FFF2-40B4-BE49-F238E27FC236}">
                    <a16:creationId xmlns:a16="http://schemas.microsoft.com/office/drawing/2014/main" id="{4F0763B1-BD4E-D932-9886-9D5D479FBBE2}"/>
                  </a:ext>
                </a:extLst>
              </p:cNvPr>
              <p:cNvSpPr/>
              <p:nvPr/>
            </p:nvSpPr>
            <p:spPr>
              <a:xfrm>
                <a:off x="6326894" y="2736460"/>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0"/>
                      <a:pt x="61705" y="123410"/>
                    </a:cubicBezTo>
                    <a:cubicBezTo>
                      <a:pt x="27626" y="123410"/>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39" name="Freeform: Shape 138">
                <a:extLst>
                  <a:ext uri="{FF2B5EF4-FFF2-40B4-BE49-F238E27FC236}">
                    <a16:creationId xmlns:a16="http://schemas.microsoft.com/office/drawing/2014/main" id="{94DB8D98-73DC-4FAB-5481-D30C7FA83D50}"/>
                  </a:ext>
                </a:extLst>
              </p:cNvPr>
              <p:cNvSpPr/>
              <p:nvPr/>
            </p:nvSpPr>
            <p:spPr>
              <a:xfrm>
                <a:off x="6286357" y="304953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0" name="Freeform: Shape 139">
                <a:extLst>
                  <a:ext uri="{FF2B5EF4-FFF2-40B4-BE49-F238E27FC236}">
                    <a16:creationId xmlns:a16="http://schemas.microsoft.com/office/drawing/2014/main" id="{F7A4E40C-077F-9529-8796-800A7B6A2BB3}"/>
                  </a:ext>
                </a:extLst>
              </p:cNvPr>
              <p:cNvSpPr/>
              <p:nvPr/>
            </p:nvSpPr>
            <p:spPr>
              <a:xfrm>
                <a:off x="6218830" y="3357958"/>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1" name="Freeform: Shape 140">
                <a:extLst>
                  <a:ext uri="{FF2B5EF4-FFF2-40B4-BE49-F238E27FC236}">
                    <a16:creationId xmlns:a16="http://schemas.microsoft.com/office/drawing/2014/main" id="{782E2055-9FC4-54E7-800D-CEE85FF32990}"/>
                  </a:ext>
                </a:extLst>
              </p:cNvPr>
              <p:cNvSpPr/>
              <p:nvPr/>
            </p:nvSpPr>
            <p:spPr>
              <a:xfrm>
                <a:off x="6124632" y="3659287"/>
                <a:ext cx="123410" cy="123410"/>
              </a:xfrm>
              <a:custGeom>
                <a:avLst/>
                <a:gdLst>
                  <a:gd name="connsiteX0" fmla="*/ 123410 w 123410"/>
                  <a:gd name="connsiteY0" fmla="*/ 61705 h 123410"/>
                  <a:gd name="connsiteX1" fmla="*/ 61705 w 123410"/>
                  <a:gd name="connsiteY1" fmla="*/ 123410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2" name="Freeform: Shape 141">
                <a:extLst>
                  <a:ext uri="{FF2B5EF4-FFF2-40B4-BE49-F238E27FC236}">
                    <a16:creationId xmlns:a16="http://schemas.microsoft.com/office/drawing/2014/main" id="{0A5DDD50-164C-555E-FC1D-E38B57081AEF}"/>
                  </a:ext>
                </a:extLst>
              </p:cNvPr>
              <p:cNvSpPr/>
              <p:nvPr/>
            </p:nvSpPr>
            <p:spPr>
              <a:xfrm>
                <a:off x="6004502" y="3951302"/>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7"/>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3" name="Freeform: Shape 142">
                <a:extLst>
                  <a:ext uri="{FF2B5EF4-FFF2-40B4-BE49-F238E27FC236}">
                    <a16:creationId xmlns:a16="http://schemas.microsoft.com/office/drawing/2014/main" id="{DFF10AC2-DA1D-8F67-803E-1DA3FD71F817}"/>
                  </a:ext>
                </a:extLst>
              </p:cNvPr>
              <p:cNvSpPr/>
              <p:nvPr/>
            </p:nvSpPr>
            <p:spPr>
              <a:xfrm>
                <a:off x="5859500" y="4231675"/>
                <a:ext cx="123410" cy="123410"/>
              </a:xfrm>
              <a:custGeom>
                <a:avLst/>
                <a:gdLst>
                  <a:gd name="connsiteX0" fmla="*/ 123410 w 123410"/>
                  <a:gd name="connsiteY0" fmla="*/ 61705 h 123410"/>
                  <a:gd name="connsiteX1" fmla="*/ 61705 w 123410"/>
                  <a:gd name="connsiteY1" fmla="*/ 123411 h 123410"/>
                  <a:gd name="connsiteX2" fmla="*/ -1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1" y="95784"/>
                      <a:pt x="-1" y="61705"/>
                    </a:cubicBezTo>
                    <a:cubicBezTo>
                      <a:pt x="-1"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4" name="Freeform: Shape 143">
                <a:extLst>
                  <a:ext uri="{FF2B5EF4-FFF2-40B4-BE49-F238E27FC236}">
                    <a16:creationId xmlns:a16="http://schemas.microsoft.com/office/drawing/2014/main" id="{70DD0241-86FB-4CC9-8107-28324972816A}"/>
                  </a:ext>
                </a:extLst>
              </p:cNvPr>
              <p:cNvSpPr/>
              <p:nvPr/>
            </p:nvSpPr>
            <p:spPr>
              <a:xfrm>
                <a:off x="5690578" y="449839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5" name="Freeform: Shape 144">
                <a:extLst>
                  <a:ext uri="{FF2B5EF4-FFF2-40B4-BE49-F238E27FC236}">
                    <a16:creationId xmlns:a16="http://schemas.microsoft.com/office/drawing/2014/main" id="{6CC545B1-CDE7-CB42-D59B-4967C05057C5}"/>
                  </a:ext>
                </a:extLst>
              </p:cNvPr>
              <p:cNvSpPr/>
              <p:nvPr/>
            </p:nvSpPr>
            <p:spPr>
              <a:xfrm>
                <a:off x="5499006" y="4749449"/>
                <a:ext cx="123410" cy="123410"/>
              </a:xfrm>
              <a:custGeom>
                <a:avLst/>
                <a:gdLst>
                  <a:gd name="connsiteX0" fmla="*/ 123410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0"/>
                      <a:pt x="61705" y="123410"/>
                    </a:cubicBezTo>
                    <a:cubicBezTo>
                      <a:pt x="27626" y="123410"/>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6" name="Freeform: Shape 145">
                <a:extLst>
                  <a:ext uri="{FF2B5EF4-FFF2-40B4-BE49-F238E27FC236}">
                    <a16:creationId xmlns:a16="http://schemas.microsoft.com/office/drawing/2014/main" id="{1C539124-6B3E-341F-F491-F2609F080C95}"/>
                  </a:ext>
                </a:extLst>
              </p:cNvPr>
              <p:cNvSpPr/>
              <p:nvPr/>
            </p:nvSpPr>
            <p:spPr>
              <a:xfrm>
                <a:off x="5286371" y="498272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5" y="123411"/>
                      <a:pt x="61705" y="123411"/>
                    </a:cubicBezTo>
                    <a:cubicBezTo>
                      <a:pt x="27626" y="123411"/>
                      <a:pt x="0" y="95785"/>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7" name="Freeform: Shape 146">
                <a:extLst>
                  <a:ext uri="{FF2B5EF4-FFF2-40B4-BE49-F238E27FC236}">
                    <a16:creationId xmlns:a16="http://schemas.microsoft.com/office/drawing/2014/main" id="{101D9EE0-48CD-727C-6C63-DB3D0EF4468B}"/>
                  </a:ext>
                </a:extLst>
              </p:cNvPr>
              <p:cNvSpPr/>
              <p:nvPr/>
            </p:nvSpPr>
            <p:spPr>
              <a:xfrm>
                <a:off x="5054262" y="519673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5" y="123411"/>
                      <a:pt x="61705" y="123411"/>
                    </a:cubicBezTo>
                    <a:cubicBezTo>
                      <a:pt x="27626" y="123411"/>
                      <a:pt x="0" y="95784"/>
                      <a:pt x="0" y="61705"/>
                    </a:cubicBezTo>
                    <a:cubicBezTo>
                      <a:pt x="0" y="27626"/>
                      <a:pt x="27626" y="0"/>
                      <a:pt x="61705" y="0"/>
                    </a:cubicBezTo>
                    <a:cubicBezTo>
                      <a:pt x="95785"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8" name="Freeform: Shape 147">
                <a:extLst>
                  <a:ext uri="{FF2B5EF4-FFF2-40B4-BE49-F238E27FC236}">
                    <a16:creationId xmlns:a16="http://schemas.microsoft.com/office/drawing/2014/main" id="{2038ED30-2654-8EE9-4319-940492FC0191}"/>
                  </a:ext>
                </a:extLst>
              </p:cNvPr>
              <p:cNvSpPr/>
              <p:nvPr/>
            </p:nvSpPr>
            <p:spPr>
              <a:xfrm>
                <a:off x="4804371" y="5389682"/>
                <a:ext cx="123410" cy="123410"/>
              </a:xfrm>
              <a:custGeom>
                <a:avLst/>
                <a:gdLst>
                  <a:gd name="connsiteX0" fmla="*/ 123410 w 123410"/>
                  <a:gd name="connsiteY0" fmla="*/ 61706 h 123410"/>
                  <a:gd name="connsiteX1" fmla="*/ 61705 w 123410"/>
                  <a:gd name="connsiteY1" fmla="*/ 123411 h 123410"/>
                  <a:gd name="connsiteX2" fmla="*/ -1 w 123410"/>
                  <a:gd name="connsiteY2" fmla="*/ 61706 h 123410"/>
                  <a:gd name="connsiteX3" fmla="*/ 61705 w 123410"/>
                  <a:gd name="connsiteY3" fmla="*/ 0 h 123410"/>
                  <a:gd name="connsiteX4" fmla="*/ 123410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6"/>
                    </a:moveTo>
                    <a:cubicBezTo>
                      <a:pt x="123410" y="95785"/>
                      <a:pt x="95784" y="123411"/>
                      <a:pt x="61705" y="123411"/>
                    </a:cubicBezTo>
                    <a:cubicBezTo>
                      <a:pt x="27626" y="123411"/>
                      <a:pt x="-1" y="95785"/>
                      <a:pt x="-1" y="61706"/>
                    </a:cubicBezTo>
                    <a:cubicBezTo>
                      <a:pt x="-1" y="27626"/>
                      <a:pt x="27626" y="0"/>
                      <a:pt x="61705" y="0"/>
                    </a:cubicBezTo>
                    <a:cubicBezTo>
                      <a:pt x="95784" y="0"/>
                      <a:pt x="123410" y="27626"/>
                      <a:pt x="123410"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49" name="Freeform: Shape 148">
                <a:extLst>
                  <a:ext uri="{FF2B5EF4-FFF2-40B4-BE49-F238E27FC236}">
                    <a16:creationId xmlns:a16="http://schemas.microsoft.com/office/drawing/2014/main" id="{51808A6E-CC84-3B3B-9006-D6B947EE8C54}"/>
                  </a:ext>
                </a:extLst>
              </p:cNvPr>
              <p:cNvSpPr/>
              <p:nvPr/>
            </p:nvSpPr>
            <p:spPr>
              <a:xfrm>
                <a:off x="4538605" y="5560086"/>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0" name="Freeform: Shape 149">
                <a:extLst>
                  <a:ext uri="{FF2B5EF4-FFF2-40B4-BE49-F238E27FC236}">
                    <a16:creationId xmlns:a16="http://schemas.microsoft.com/office/drawing/2014/main" id="{98FD897D-E425-6EAC-C954-D3D203AE014A}"/>
                  </a:ext>
                </a:extLst>
              </p:cNvPr>
              <p:cNvSpPr/>
              <p:nvPr/>
            </p:nvSpPr>
            <p:spPr>
              <a:xfrm>
                <a:off x="4258973" y="57066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1" name="Freeform: Shape 150">
                <a:extLst>
                  <a:ext uri="{FF2B5EF4-FFF2-40B4-BE49-F238E27FC236}">
                    <a16:creationId xmlns:a16="http://schemas.microsoft.com/office/drawing/2014/main" id="{E3F1FB38-50FB-990F-3A4E-913C227995FE}"/>
                  </a:ext>
                </a:extLst>
              </p:cNvPr>
              <p:cNvSpPr/>
              <p:nvPr/>
            </p:nvSpPr>
            <p:spPr>
              <a:xfrm>
                <a:off x="3967698" y="5828392"/>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2" name="Freeform: Shape 151">
                <a:extLst>
                  <a:ext uri="{FF2B5EF4-FFF2-40B4-BE49-F238E27FC236}">
                    <a16:creationId xmlns:a16="http://schemas.microsoft.com/office/drawing/2014/main" id="{BB8A24F9-8522-04BB-D50F-4D22AB90FCA8}"/>
                  </a:ext>
                </a:extLst>
              </p:cNvPr>
              <p:cNvSpPr/>
              <p:nvPr/>
            </p:nvSpPr>
            <p:spPr>
              <a:xfrm>
                <a:off x="3666898" y="5924284"/>
                <a:ext cx="123410" cy="123410"/>
              </a:xfrm>
              <a:custGeom>
                <a:avLst/>
                <a:gdLst>
                  <a:gd name="connsiteX0" fmla="*/ 123411 w 123410"/>
                  <a:gd name="connsiteY0" fmla="*/ 61705 h 123410"/>
                  <a:gd name="connsiteX1" fmla="*/ 61706 w 123410"/>
                  <a:gd name="connsiteY1" fmla="*/ 123410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6" y="123410"/>
                    </a:cubicBezTo>
                    <a:cubicBezTo>
                      <a:pt x="27627" y="123410"/>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3" name="Freeform: Shape 152">
                <a:extLst>
                  <a:ext uri="{FF2B5EF4-FFF2-40B4-BE49-F238E27FC236}">
                    <a16:creationId xmlns:a16="http://schemas.microsoft.com/office/drawing/2014/main" id="{0946719B-8DA0-7013-1FBD-FF05BE0F53FA}"/>
                  </a:ext>
                </a:extLst>
              </p:cNvPr>
              <p:cNvSpPr/>
              <p:nvPr/>
            </p:nvSpPr>
            <p:spPr>
              <a:xfrm>
                <a:off x="3358901" y="599361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4" name="Freeform: Shape 153">
                <a:extLst>
                  <a:ext uri="{FF2B5EF4-FFF2-40B4-BE49-F238E27FC236}">
                    <a16:creationId xmlns:a16="http://schemas.microsoft.com/office/drawing/2014/main" id="{CBF72141-4F95-016E-9704-15DF31825BD6}"/>
                  </a:ext>
                </a:extLst>
              </p:cNvPr>
              <p:cNvSpPr/>
              <p:nvPr/>
            </p:nvSpPr>
            <p:spPr>
              <a:xfrm>
                <a:off x="3046035" y="6035947"/>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5" name="Freeform: Shape 154">
                <a:extLst>
                  <a:ext uri="{FF2B5EF4-FFF2-40B4-BE49-F238E27FC236}">
                    <a16:creationId xmlns:a16="http://schemas.microsoft.com/office/drawing/2014/main" id="{1A110647-530E-49FA-DE1A-A77F39C17A6F}"/>
                  </a:ext>
                </a:extLst>
              </p:cNvPr>
              <p:cNvSpPr/>
              <p:nvPr/>
            </p:nvSpPr>
            <p:spPr>
              <a:xfrm>
                <a:off x="2730629" y="6050764"/>
                <a:ext cx="123410" cy="123410"/>
              </a:xfrm>
              <a:custGeom>
                <a:avLst/>
                <a:gdLst>
                  <a:gd name="connsiteX0" fmla="*/ 123410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0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0" y="61705"/>
                    </a:moveTo>
                    <a:cubicBezTo>
                      <a:pt x="123410" y="95784"/>
                      <a:pt x="95784" y="123411"/>
                      <a:pt x="61705" y="123411"/>
                    </a:cubicBezTo>
                    <a:cubicBezTo>
                      <a:pt x="27626" y="123411"/>
                      <a:pt x="0" y="95784"/>
                      <a:pt x="0" y="61705"/>
                    </a:cubicBezTo>
                    <a:cubicBezTo>
                      <a:pt x="0" y="27626"/>
                      <a:pt x="27626" y="0"/>
                      <a:pt x="61705" y="0"/>
                    </a:cubicBezTo>
                    <a:cubicBezTo>
                      <a:pt x="95784" y="0"/>
                      <a:pt x="123410" y="27626"/>
                      <a:pt x="123410"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6" name="Freeform: Shape 155">
                <a:extLst>
                  <a:ext uri="{FF2B5EF4-FFF2-40B4-BE49-F238E27FC236}">
                    <a16:creationId xmlns:a16="http://schemas.microsoft.com/office/drawing/2014/main" id="{C3593552-7B39-F9ED-13C9-39D7834AE6C4}"/>
                  </a:ext>
                </a:extLst>
              </p:cNvPr>
              <p:cNvSpPr/>
              <p:nvPr/>
            </p:nvSpPr>
            <p:spPr>
              <a:xfrm>
                <a:off x="2415223" y="60380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7" y="123410"/>
                      <a:pt x="0" y="95784"/>
                      <a:pt x="0" y="61705"/>
                    </a:cubicBezTo>
                    <a:cubicBezTo>
                      <a:pt x="0" y="27626"/>
                      <a:pt x="27627"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7" name="Freeform: Shape 156">
                <a:extLst>
                  <a:ext uri="{FF2B5EF4-FFF2-40B4-BE49-F238E27FC236}">
                    <a16:creationId xmlns:a16="http://schemas.microsoft.com/office/drawing/2014/main" id="{1003BB36-980E-9E9F-4440-B4E748CB5CFA}"/>
                  </a:ext>
                </a:extLst>
              </p:cNvPr>
              <p:cNvSpPr/>
              <p:nvPr/>
            </p:nvSpPr>
            <p:spPr>
              <a:xfrm>
                <a:off x="2102039" y="5997950"/>
                <a:ext cx="123410" cy="123410"/>
              </a:xfrm>
              <a:custGeom>
                <a:avLst/>
                <a:gdLst>
                  <a:gd name="connsiteX0" fmla="*/ 123411 w 123410"/>
                  <a:gd name="connsiteY0" fmla="*/ 61705 h 123410"/>
                  <a:gd name="connsiteX1" fmla="*/ 61706 w 123410"/>
                  <a:gd name="connsiteY1" fmla="*/ 123411 h 123410"/>
                  <a:gd name="connsiteX2" fmla="*/ 0 w 123410"/>
                  <a:gd name="connsiteY2" fmla="*/ 61705 h 123410"/>
                  <a:gd name="connsiteX3" fmla="*/ 61706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6" y="123411"/>
                    </a:cubicBezTo>
                    <a:cubicBezTo>
                      <a:pt x="27627" y="123411"/>
                      <a:pt x="0" y="95784"/>
                      <a:pt x="0" y="61705"/>
                    </a:cubicBezTo>
                    <a:cubicBezTo>
                      <a:pt x="0" y="27626"/>
                      <a:pt x="27627" y="0"/>
                      <a:pt x="61706"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8" name="Freeform: Shape 157">
                <a:extLst>
                  <a:ext uri="{FF2B5EF4-FFF2-40B4-BE49-F238E27FC236}">
                    <a16:creationId xmlns:a16="http://schemas.microsoft.com/office/drawing/2014/main" id="{3E67540E-BF7D-AF76-22AA-660A31D5CB50}"/>
                  </a:ext>
                </a:extLst>
              </p:cNvPr>
              <p:cNvSpPr/>
              <p:nvPr/>
            </p:nvSpPr>
            <p:spPr>
              <a:xfrm>
                <a:off x="1793618" y="5930635"/>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59" name="Freeform: Shape 158">
                <a:extLst>
                  <a:ext uri="{FF2B5EF4-FFF2-40B4-BE49-F238E27FC236}">
                    <a16:creationId xmlns:a16="http://schemas.microsoft.com/office/drawing/2014/main" id="{DA5C4BB2-4934-A097-3858-BA4214AA3DA2}"/>
                  </a:ext>
                </a:extLst>
              </p:cNvPr>
              <p:cNvSpPr/>
              <p:nvPr/>
            </p:nvSpPr>
            <p:spPr>
              <a:xfrm>
                <a:off x="1492183" y="5836860"/>
                <a:ext cx="123410" cy="123410"/>
              </a:xfrm>
              <a:custGeom>
                <a:avLst/>
                <a:gdLst>
                  <a:gd name="connsiteX0" fmla="*/ 123411 w 123410"/>
                  <a:gd name="connsiteY0" fmla="*/ 61706 h 123410"/>
                  <a:gd name="connsiteX1" fmla="*/ 61706 w 123410"/>
                  <a:gd name="connsiteY1" fmla="*/ 123411 h 123410"/>
                  <a:gd name="connsiteX2" fmla="*/ 0 w 123410"/>
                  <a:gd name="connsiteY2" fmla="*/ 61706 h 123410"/>
                  <a:gd name="connsiteX3" fmla="*/ 61706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6" y="123411"/>
                    </a:cubicBezTo>
                    <a:cubicBezTo>
                      <a:pt x="27627" y="123411"/>
                      <a:pt x="0" y="95785"/>
                      <a:pt x="0" y="61706"/>
                    </a:cubicBezTo>
                    <a:cubicBezTo>
                      <a:pt x="0" y="27626"/>
                      <a:pt x="27627" y="0"/>
                      <a:pt x="61706"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0" name="Freeform: Shape 159">
                <a:extLst>
                  <a:ext uri="{FF2B5EF4-FFF2-40B4-BE49-F238E27FC236}">
                    <a16:creationId xmlns:a16="http://schemas.microsoft.com/office/drawing/2014/main" id="{646B4980-1C3A-C803-4BB6-6648120C1E07}"/>
                  </a:ext>
                </a:extLst>
              </p:cNvPr>
              <p:cNvSpPr/>
              <p:nvPr/>
            </p:nvSpPr>
            <p:spPr>
              <a:xfrm>
                <a:off x="1200062" y="571704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5"/>
                      <a:pt x="95784" y="123411"/>
                      <a:pt x="61705" y="123411"/>
                    </a:cubicBezTo>
                    <a:cubicBezTo>
                      <a:pt x="27626" y="123411"/>
                      <a:pt x="0" y="95785"/>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1" name="Freeform: Shape 160">
                <a:extLst>
                  <a:ext uri="{FF2B5EF4-FFF2-40B4-BE49-F238E27FC236}">
                    <a16:creationId xmlns:a16="http://schemas.microsoft.com/office/drawing/2014/main" id="{85EF6A8F-7F50-FAED-D94C-BC2DE6A63973}"/>
                  </a:ext>
                </a:extLst>
              </p:cNvPr>
              <p:cNvSpPr/>
              <p:nvPr/>
            </p:nvSpPr>
            <p:spPr>
              <a:xfrm>
                <a:off x="919478" y="5572363"/>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2" name="Freeform: Shape 161">
                <a:extLst>
                  <a:ext uri="{FF2B5EF4-FFF2-40B4-BE49-F238E27FC236}">
                    <a16:creationId xmlns:a16="http://schemas.microsoft.com/office/drawing/2014/main" id="{0875346F-7695-A83E-8CB7-4E7F7425FA32}"/>
                  </a:ext>
                </a:extLst>
              </p:cNvPr>
              <p:cNvSpPr/>
              <p:nvPr/>
            </p:nvSpPr>
            <p:spPr>
              <a:xfrm>
                <a:off x="652547" y="5403758"/>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3" name="Freeform: Shape 162">
                <a:extLst>
                  <a:ext uri="{FF2B5EF4-FFF2-40B4-BE49-F238E27FC236}">
                    <a16:creationId xmlns:a16="http://schemas.microsoft.com/office/drawing/2014/main" id="{2FB3BE2F-A5C7-93D9-0C36-3BE1AE945DAF}"/>
                  </a:ext>
                </a:extLst>
              </p:cNvPr>
              <p:cNvSpPr/>
              <p:nvPr/>
            </p:nvSpPr>
            <p:spPr>
              <a:xfrm>
                <a:off x="401280" y="5212504"/>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4" name="Freeform: Shape 163">
                <a:extLst>
                  <a:ext uri="{FF2B5EF4-FFF2-40B4-BE49-F238E27FC236}">
                    <a16:creationId xmlns:a16="http://schemas.microsoft.com/office/drawing/2014/main" id="{9433A580-EC6B-08DF-C9A5-0B7369C43766}"/>
                  </a:ext>
                </a:extLst>
              </p:cNvPr>
              <p:cNvSpPr/>
              <p:nvPr/>
            </p:nvSpPr>
            <p:spPr>
              <a:xfrm>
                <a:off x="167689" y="5000187"/>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5" name="Freeform: Shape 164">
                <a:extLst>
                  <a:ext uri="{FF2B5EF4-FFF2-40B4-BE49-F238E27FC236}">
                    <a16:creationId xmlns:a16="http://schemas.microsoft.com/office/drawing/2014/main" id="{B5D2194F-04BC-DFC8-C764-D8EBF794A732}"/>
                  </a:ext>
                </a:extLst>
              </p:cNvPr>
              <p:cNvSpPr/>
              <p:nvPr/>
            </p:nvSpPr>
            <p:spPr>
              <a:xfrm>
                <a:off x="-46532" y="4768183"/>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6" name="Freeform: Shape 165">
                <a:extLst>
                  <a:ext uri="{FF2B5EF4-FFF2-40B4-BE49-F238E27FC236}">
                    <a16:creationId xmlns:a16="http://schemas.microsoft.com/office/drawing/2014/main" id="{CF2B5392-C1AC-351B-A6CA-81589378A23A}"/>
                  </a:ext>
                </a:extLst>
              </p:cNvPr>
              <p:cNvSpPr/>
              <p:nvPr/>
            </p:nvSpPr>
            <p:spPr>
              <a:xfrm>
                <a:off x="-239692" y="4518504"/>
                <a:ext cx="123410" cy="123410"/>
              </a:xfrm>
              <a:custGeom>
                <a:avLst/>
                <a:gdLst>
                  <a:gd name="connsiteX0" fmla="*/ 123411 w 123410"/>
                  <a:gd name="connsiteY0" fmla="*/ 61706 h 123410"/>
                  <a:gd name="connsiteX1" fmla="*/ 61705 w 123410"/>
                  <a:gd name="connsiteY1" fmla="*/ 123411 h 123410"/>
                  <a:gd name="connsiteX2" fmla="*/ 0 w 123410"/>
                  <a:gd name="connsiteY2" fmla="*/ 61706 h 123410"/>
                  <a:gd name="connsiteX3" fmla="*/ 61705 w 123410"/>
                  <a:gd name="connsiteY3" fmla="*/ 0 h 123410"/>
                  <a:gd name="connsiteX4" fmla="*/ 123411 w 123410"/>
                  <a:gd name="connsiteY4" fmla="*/ 61706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6"/>
                    </a:moveTo>
                    <a:cubicBezTo>
                      <a:pt x="123411" y="95785"/>
                      <a:pt x="95784" y="123411"/>
                      <a:pt x="61705" y="123411"/>
                    </a:cubicBezTo>
                    <a:cubicBezTo>
                      <a:pt x="27626" y="123411"/>
                      <a:pt x="0" y="95785"/>
                      <a:pt x="0" y="61706"/>
                    </a:cubicBezTo>
                    <a:cubicBezTo>
                      <a:pt x="0" y="27626"/>
                      <a:pt x="27626" y="0"/>
                      <a:pt x="61705" y="0"/>
                    </a:cubicBezTo>
                    <a:cubicBezTo>
                      <a:pt x="95784" y="0"/>
                      <a:pt x="123411" y="27626"/>
                      <a:pt x="123411" y="61706"/>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7" name="Freeform: Shape 166">
                <a:extLst>
                  <a:ext uri="{FF2B5EF4-FFF2-40B4-BE49-F238E27FC236}">
                    <a16:creationId xmlns:a16="http://schemas.microsoft.com/office/drawing/2014/main" id="{F41484FD-2BD1-AA1A-5FC8-363802F25C06}"/>
                  </a:ext>
                </a:extLst>
              </p:cNvPr>
              <p:cNvSpPr/>
              <p:nvPr/>
            </p:nvSpPr>
            <p:spPr>
              <a:xfrm>
                <a:off x="-410413" y="4252949"/>
                <a:ext cx="123410" cy="123410"/>
              </a:xfrm>
              <a:custGeom>
                <a:avLst/>
                <a:gdLst>
                  <a:gd name="connsiteX0" fmla="*/ 123411 w 123410"/>
                  <a:gd name="connsiteY0" fmla="*/ 61705 h 123410"/>
                  <a:gd name="connsiteX1" fmla="*/ 61705 w 123410"/>
                  <a:gd name="connsiteY1" fmla="*/ 123411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1"/>
                      <a:pt x="61705" y="123411"/>
                    </a:cubicBezTo>
                    <a:cubicBezTo>
                      <a:pt x="27626" y="123411"/>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8" name="Freeform: Shape 167">
                <a:extLst>
                  <a:ext uri="{FF2B5EF4-FFF2-40B4-BE49-F238E27FC236}">
                    <a16:creationId xmlns:a16="http://schemas.microsoft.com/office/drawing/2014/main" id="{E958B975-DBBF-EA33-0806-09B7A1AC7725}"/>
                  </a:ext>
                </a:extLst>
              </p:cNvPr>
              <p:cNvSpPr/>
              <p:nvPr/>
            </p:nvSpPr>
            <p:spPr>
              <a:xfrm>
                <a:off x="-557426" y="397352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69" name="Freeform: Shape 168">
                <a:extLst>
                  <a:ext uri="{FF2B5EF4-FFF2-40B4-BE49-F238E27FC236}">
                    <a16:creationId xmlns:a16="http://schemas.microsoft.com/office/drawing/2014/main" id="{E6489C32-7B6A-A492-CEA3-2D0945BBC951}"/>
                  </a:ext>
                </a:extLst>
              </p:cNvPr>
              <p:cNvSpPr/>
              <p:nvPr/>
            </p:nvSpPr>
            <p:spPr>
              <a:xfrm>
                <a:off x="-679461" y="3682361"/>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0" name="Freeform: Shape 169">
                <a:extLst>
                  <a:ext uri="{FF2B5EF4-FFF2-40B4-BE49-F238E27FC236}">
                    <a16:creationId xmlns:a16="http://schemas.microsoft.com/office/drawing/2014/main" id="{293157A2-D6CF-FA2A-A6AC-04F96B9727CA}"/>
                  </a:ext>
                </a:extLst>
              </p:cNvPr>
              <p:cNvSpPr/>
              <p:nvPr/>
            </p:nvSpPr>
            <p:spPr>
              <a:xfrm>
                <a:off x="-775671" y="3381666"/>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1" name="Freeform: Shape 170">
                <a:extLst>
                  <a:ext uri="{FF2B5EF4-FFF2-40B4-BE49-F238E27FC236}">
                    <a16:creationId xmlns:a16="http://schemas.microsoft.com/office/drawing/2014/main" id="{D48A9C23-9015-EEFC-C2BB-DE946147E5A8}"/>
                  </a:ext>
                </a:extLst>
              </p:cNvPr>
              <p:cNvSpPr/>
              <p:nvPr/>
            </p:nvSpPr>
            <p:spPr>
              <a:xfrm>
                <a:off x="-845314" y="3073775"/>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72" name="Freeform: Shape 171">
                <a:extLst>
                  <a:ext uri="{FF2B5EF4-FFF2-40B4-BE49-F238E27FC236}">
                    <a16:creationId xmlns:a16="http://schemas.microsoft.com/office/drawing/2014/main" id="{50A91C21-D731-C075-65A6-CD58032CBB51}"/>
                  </a:ext>
                </a:extLst>
              </p:cNvPr>
              <p:cNvSpPr/>
              <p:nvPr/>
            </p:nvSpPr>
            <p:spPr>
              <a:xfrm>
                <a:off x="-887968" y="2760909"/>
                <a:ext cx="123410" cy="123410"/>
              </a:xfrm>
              <a:custGeom>
                <a:avLst/>
                <a:gdLst>
                  <a:gd name="connsiteX0" fmla="*/ 123411 w 123410"/>
                  <a:gd name="connsiteY0" fmla="*/ 61705 h 123410"/>
                  <a:gd name="connsiteX1" fmla="*/ 61705 w 123410"/>
                  <a:gd name="connsiteY1" fmla="*/ 123410 h 123410"/>
                  <a:gd name="connsiteX2" fmla="*/ 0 w 123410"/>
                  <a:gd name="connsiteY2" fmla="*/ 61705 h 123410"/>
                  <a:gd name="connsiteX3" fmla="*/ 61705 w 123410"/>
                  <a:gd name="connsiteY3" fmla="*/ 0 h 123410"/>
                  <a:gd name="connsiteX4" fmla="*/ 123411 w 123410"/>
                  <a:gd name="connsiteY4" fmla="*/ 61705 h 12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410" h="123410">
                    <a:moveTo>
                      <a:pt x="123411" y="61705"/>
                    </a:moveTo>
                    <a:cubicBezTo>
                      <a:pt x="123411" y="95784"/>
                      <a:pt x="95784" y="123410"/>
                      <a:pt x="61705" y="123410"/>
                    </a:cubicBezTo>
                    <a:cubicBezTo>
                      <a:pt x="27626" y="123410"/>
                      <a:pt x="0" y="95784"/>
                      <a:pt x="0" y="61705"/>
                    </a:cubicBezTo>
                    <a:cubicBezTo>
                      <a:pt x="0" y="27626"/>
                      <a:pt x="27626" y="0"/>
                      <a:pt x="61705" y="0"/>
                    </a:cubicBezTo>
                    <a:cubicBezTo>
                      <a:pt x="95784" y="0"/>
                      <a:pt x="123411" y="27626"/>
                      <a:pt x="123411" y="61705"/>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grpSp>
          <p:nvGrpSpPr>
            <p:cNvPr id="26" name="Graphic 9">
              <a:extLst>
                <a:ext uri="{FF2B5EF4-FFF2-40B4-BE49-F238E27FC236}">
                  <a16:creationId xmlns:a16="http://schemas.microsoft.com/office/drawing/2014/main" id="{EB3D38C8-D1EE-5FBB-C4F1-2312A75E0142}"/>
                </a:ext>
              </a:extLst>
            </p:cNvPr>
            <p:cNvGrpSpPr/>
            <p:nvPr/>
          </p:nvGrpSpPr>
          <p:grpSpPr>
            <a:xfrm>
              <a:off x="-2546548" y="-2547664"/>
              <a:ext cx="10321096" cy="10321096"/>
              <a:chOff x="-1178396" y="-1467544"/>
              <a:chExt cx="7916906" cy="7916906"/>
            </a:xfrm>
            <a:solidFill>
              <a:schemeClr val="accent1">
                <a:lumMod val="20000"/>
                <a:lumOff val="80000"/>
                <a:alpha val="5000"/>
              </a:schemeClr>
            </a:solidFill>
          </p:grpSpPr>
          <p:sp>
            <p:nvSpPr>
              <p:cNvPr id="29" name="Freeform: Shape 28">
                <a:extLst>
                  <a:ext uri="{FF2B5EF4-FFF2-40B4-BE49-F238E27FC236}">
                    <a16:creationId xmlns:a16="http://schemas.microsoft.com/office/drawing/2014/main" id="{54BA8883-EEFB-66DA-F104-B6167BE4060F}"/>
                  </a:ext>
                </a:extLst>
              </p:cNvPr>
              <p:cNvSpPr/>
              <p:nvPr/>
            </p:nvSpPr>
            <p:spPr>
              <a:xfrm>
                <a:off x="-1178396" y="242454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0" name="Freeform: Shape 29">
                <a:extLst>
                  <a:ext uri="{FF2B5EF4-FFF2-40B4-BE49-F238E27FC236}">
                    <a16:creationId xmlns:a16="http://schemas.microsoft.com/office/drawing/2014/main" id="{41094B07-3A73-DBB3-9176-0968300DF0FD}"/>
                  </a:ext>
                </a:extLst>
              </p:cNvPr>
              <p:cNvSpPr/>
              <p:nvPr/>
            </p:nvSpPr>
            <p:spPr>
              <a:xfrm>
                <a:off x="-1163578" y="208553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1" name="Freeform: Shape 30">
                <a:extLst>
                  <a:ext uri="{FF2B5EF4-FFF2-40B4-BE49-F238E27FC236}">
                    <a16:creationId xmlns:a16="http://schemas.microsoft.com/office/drawing/2014/main" id="{875D5B8F-E15B-4A74-2354-F814EEACEC5E}"/>
                  </a:ext>
                </a:extLst>
              </p:cNvPr>
              <p:cNvSpPr/>
              <p:nvPr/>
            </p:nvSpPr>
            <p:spPr>
              <a:xfrm>
                <a:off x="-1119336" y="17491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2" name="Freeform: Shape 31">
                <a:extLst>
                  <a:ext uri="{FF2B5EF4-FFF2-40B4-BE49-F238E27FC236}">
                    <a16:creationId xmlns:a16="http://schemas.microsoft.com/office/drawing/2014/main" id="{D4FD73BD-C069-D4BB-60CA-DD4B32A93ACE}"/>
                  </a:ext>
                </a:extLst>
              </p:cNvPr>
              <p:cNvSpPr/>
              <p:nvPr/>
            </p:nvSpPr>
            <p:spPr>
              <a:xfrm>
                <a:off x="-1045988" y="14178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3" name="Freeform: Shape 32">
                <a:extLst>
                  <a:ext uri="{FF2B5EF4-FFF2-40B4-BE49-F238E27FC236}">
                    <a16:creationId xmlns:a16="http://schemas.microsoft.com/office/drawing/2014/main" id="{124AEE67-B9ED-4034-1A7A-9CD50677F3B6}"/>
                  </a:ext>
                </a:extLst>
              </p:cNvPr>
              <p:cNvSpPr/>
              <p:nvPr/>
            </p:nvSpPr>
            <p:spPr>
              <a:xfrm>
                <a:off x="-944064" y="109433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4" name="Freeform: Shape 33">
                <a:extLst>
                  <a:ext uri="{FF2B5EF4-FFF2-40B4-BE49-F238E27FC236}">
                    <a16:creationId xmlns:a16="http://schemas.microsoft.com/office/drawing/2014/main" id="{DAB080E0-E68B-26C9-1E48-ECA20D44D425}"/>
                  </a:ext>
                </a:extLst>
              </p:cNvPr>
              <p:cNvSpPr/>
              <p:nvPr/>
            </p:nvSpPr>
            <p:spPr>
              <a:xfrm>
                <a:off x="-814302" y="78073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5" name="Freeform: Shape 34">
                <a:extLst>
                  <a:ext uri="{FF2B5EF4-FFF2-40B4-BE49-F238E27FC236}">
                    <a16:creationId xmlns:a16="http://schemas.microsoft.com/office/drawing/2014/main" id="{335DAC97-DADB-80FB-7DA5-0793A5EEED8B}"/>
                  </a:ext>
                </a:extLst>
              </p:cNvPr>
              <p:cNvSpPr/>
              <p:nvPr/>
            </p:nvSpPr>
            <p:spPr>
              <a:xfrm>
                <a:off x="-657658" y="47971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6" name="Freeform: Shape 35">
                <a:extLst>
                  <a:ext uri="{FF2B5EF4-FFF2-40B4-BE49-F238E27FC236}">
                    <a16:creationId xmlns:a16="http://schemas.microsoft.com/office/drawing/2014/main" id="{02778A40-B290-5A24-A54F-DAF801F9FBA8}"/>
                  </a:ext>
                </a:extLst>
              </p:cNvPr>
              <p:cNvSpPr/>
              <p:nvPr/>
            </p:nvSpPr>
            <p:spPr>
              <a:xfrm>
                <a:off x="-475505" y="1935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7" name="Freeform: Shape 36">
                <a:extLst>
                  <a:ext uri="{FF2B5EF4-FFF2-40B4-BE49-F238E27FC236}">
                    <a16:creationId xmlns:a16="http://schemas.microsoft.com/office/drawing/2014/main" id="{CC199AEB-7C41-E197-36C5-99E87C4AC9D4}"/>
                  </a:ext>
                </a:extLst>
              </p:cNvPr>
              <p:cNvSpPr/>
              <p:nvPr/>
            </p:nvSpPr>
            <p:spPr>
              <a:xfrm>
                <a:off x="-269116" y="-757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8" name="Freeform: Shape 37">
                <a:extLst>
                  <a:ext uri="{FF2B5EF4-FFF2-40B4-BE49-F238E27FC236}">
                    <a16:creationId xmlns:a16="http://schemas.microsoft.com/office/drawing/2014/main" id="{63255B51-BA99-1733-EF2E-7A2274821024}"/>
                  </a:ext>
                </a:extLst>
              </p:cNvPr>
              <p:cNvSpPr/>
              <p:nvPr/>
            </p:nvSpPr>
            <p:spPr>
              <a:xfrm>
                <a:off x="-39970" y="-326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39" name="Freeform: Shape 38">
                <a:extLst>
                  <a:ext uri="{FF2B5EF4-FFF2-40B4-BE49-F238E27FC236}">
                    <a16:creationId xmlns:a16="http://schemas.microsoft.com/office/drawing/2014/main" id="{7967FF92-6FC2-4A49-85B7-728B63B102AA}"/>
                  </a:ext>
                </a:extLst>
              </p:cNvPr>
              <p:cNvSpPr/>
              <p:nvPr/>
            </p:nvSpPr>
            <p:spPr>
              <a:xfrm>
                <a:off x="210026" y="-5554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0" name="Freeform: Shape 39">
                <a:extLst>
                  <a:ext uri="{FF2B5EF4-FFF2-40B4-BE49-F238E27FC236}">
                    <a16:creationId xmlns:a16="http://schemas.microsoft.com/office/drawing/2014/main" id="{884D1372-E031-4D23-48F9-7271722882F5}"/>
                  </a:ext>
                </a:extLst>
              </p:cNvPr>
              <p:cNvSpPr/>
              <p:nvPr/>
            </p:nvSpPr>
            <p:spPr>
              <a:xfrm>
                <a:off x="479073" y="-76211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1" name="Freeform: Shape 40">
                <a:extLst>
                  <a:ext uri="{FF2B5EF4-FFF2-40B4-BE49-F238E27FC236}">
                    <a16:creationId xmlns:a16="http://schemas.microsoft.com/office/drawing/2014/main" id="{D3F434C9-6E9D-BF31-D0AF-424F41085714}"/>
                  </a:ext>
                </a:extLst>
              </p:cNvPr>
              <p:cNvSpPr/>
              <p:nvPr/>
            </p:nvSpPr>
            <p:spPr>
              <a:xfrm>
                <a:off x="765056" y="-94468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2" name="Freeform: Shape 41">
                <a:extLst>
                  <a:ext uri="{FF2B5EF4-FFF2-40B4-BE49-F238E27FC236}">
                    <a16:creationId xmlns:a16="http://schemas.microsoft.com/office/drawing/2014/main" id="{D4F6E9BF-F155-9BD3-F2FE-7404497F2F1D}"/>
                  </a:ext>
                </a:extLst>
              </p:cNvPr>
              <p:cNvSpPr/>
              <p:nvPr/>
            </p:nvSpPr>
            <p:spPr>
              <a:xfrm>
                <a:off x="1065962" y="-110154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3" name="Freeform: Shape 42">
                <a:extLst>
                  <a:ext uri="{FF2B5EF4-FFF2-40B4-BE49-F238E27FC236}">
                    <a16:creationId xmlns:a16="http://schemas.microsoft.com/office/drawing/2014/main" id="{07F7F959-5038-0039-14DB-CF89E509120A}"/>
                  </a:ext>
                </a:extLst>
              </p:cNvPr>
              <p:cNvSpPr/>
              <p:nvPr/>
            </p:nvSpPr>
            <p:spPr>
              <a:xfrm>
                <a:off x="1379251" y="-12316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4" name="Freeform: Shape 43">
                <a:extLst>
                  <a:ext uri="{FF2B5EF4-FFF2-40B4-BE49-F238E27FC236}">
                    <a16:creationId xmlns:a16="http://schemas.microsoft.com/office/drawing/2014/main" id="{DFBAB0A4-FA81-CFF4-A88A-C79EF0EA0EE7}"/>
                  </a:ext>
                </a:extLst>
              </p:cNvPr>
              <p:cNvSpPr/>
              <p:nvPr/>
            </p:nvSpPr>
            <p:spPr>
              <a:xfrm>
                <a:off x="1702807" y="-1333972"/>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5" name="Freeform: Shape 44">
                <a:extLst>
                  <a:ext uri="{FF2B5EF4-FFF2-40B4-BE49-F238E27FC236}">
                    <a16:creationId xmlns:a16="http://schemas.microsoft.com/office/drawing/2014/main" id="{B6EF4535-782F-7877-D2A2-CE6937759642}"/>
                  </a:ext>
                </a:extLst>
              </p:cNvPr>
              <p:cNvSpPr/>
              <p:nvPr/>
            </p:nvSpPr>
            <p:spPr>
              <a:xfrm>
                <a:off x="2033983" y="-1407743"/>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6" name="Freeform: Shape 45">
                <a:extLst>
                  <a:ext uri="{FF2B5EF4-FFF2-40B4-BE49-F238E27FC236}">
                    <a16:creationId xmlns:a16="http://schemas.microsoft.com/office/drawing/2014/main" id="{BD56DD21-03A6-07FD-AC34-DF43DC75B1F1}"/>
                  </a:ext>
                </a:extLst>
              </p:cNvPr>
              <p:cNvSpPr/>
              <p:nvPr/>
            </p:nvSpPr>
            <p:spPr>
              <a:xfrm>
                <a:off x="2370346" y="-1452408"/>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7" name="Freeform: Shape 46">
                <a:extLst>
                  <a:ext uri="{FF2B5EF4-FFF2-40B4-BE49-F238E27FC236}">
                    <a16:creationId xmlns:a16="http://schemas.microsoft.com/office/drawing/2014/main" id="{59911CC4-F3D8-0798-77AF-F44AF1426311}"/>
                  </a:ext>
                </a:extLst>
              </p:cNvPr>
              <p:cNvSpPr/>
              <p:nvPr/>
            </p:nvSpPr>
            <p:spPr>
              <a:xfrm>
                <a:off x="2709249" y="-146754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8" name="Freeform: Shape 47">
                <a:extLst>
                  <a:ext uri="{FF2B5EF4-FFF2-40B4-BE49-F238E27FC236}">
                    <a16:creationId xmlns:a16="http://schemas.microsoft.com/office/drawing/2014/main" id="{1E4FB560-23AF-47FD-8690-374B26C44EA6}"/>
                  </a:ext>
                </a:extLst>
              </p:cNvPr>
              <p:cNvSpPr/>
              <p:nvPr/>
            </p:nvSpPr>
            <p:spPr>
              <a:xfrm>
                <a:off x="3048258" y="-145314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49" name="Freeform: Shape 48">
                <a:extLst>
                  <a:ext uri="{FF2B5EF4-FFF2-40B4-BE49-F238E27FC236}">
                    <a16:creationId xmlns:a16="http://schemas.microsoft.com/office/drawing/2014/main" id="{7F68B31B-CE42-84D4-1756-61F847060B86}"/>
                  </a:ext>
                </a:extLst>
              </p:cNvPr>
              <p:cNvSpPr/>
              <p:nvPr/>
            </p:nvSpPr>
            <p:spPr>
              <a:xfrm>
                <a:off x="3384726" y="-140933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0" name="Freeform: Shape 49">
                <a:extLst>
                  <a:ext uri="{FF2B5EF4-FFF2-40B4-BE49-F238E27FC236}">
                    <a16:creationId xmlns:a16="http://schemas.microsoft.com/office/drawing/2014/main" id="{CFDD2289-B946-26F2-578C-EC5815E447C8}"/>
                  </a:ext>
                </a:extLst>
              </p:cNvPr>
              <p:cNvSpPr/>
              <p:nvPr/>
            </p:nvSpPr>
            <p:spPr>
              <a:xfrm>
                <a:off x="3716114" y="-1336301"/>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0"/>
                      <a:pt x="66363"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1" name="Freeform: Shape 50">
                <a:extLst>
                  <a:ext uri="{FF2B5EF4-FFF2-40B4-BE49-F238E27FC236}">
                    <a16:creationId xmlns:a16="http://schemas.microsoft.com/office/drawing/2014/main" id="{09D9DD1E-3895-3BAC-F740-02F0AC7FE2E0}"/>
                  </a:ext>
                </a:extLst>
              </p:cNvPr>
              <p:cNvSpPr/>
              <p:nvPr/>
            </p:nvSpPr>
            <p:spPr>
              <a:xfrm>
                <a:off x="4039776" y="-123469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2" name="Freeform: Shape 51">
                <a:extLst>
                  <a:ext uri="{FF2B5EF4-FFF2-40B4-BE49-F238E27FC236}">
                    <a16:creationId xmlns:a16="http://schemas.microsoft.com/office/drawing/2014/main" id="{9B8CA402-A151-1EBA-4E42-FC2442D8703F}"/>
                  </a:ext>
                </a:extLst>
              </p:cNvPr>
              <p:cNvSpPr/>
              <p:nvPr/>
            </p:nvSpPr>
            <p:spPr>
              <a:xfrm>
                <a:off x="4353489" y="-11052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3" name="Freeform: Shape 52">
                <a:extLst>
                  <a:ext uri="{FF2B5EF4-FFF2-40B4-BE49-F238E27FC236}">
                    <a16:creationId xmlns:a16="http://schemas.microsoft.com/office/drawing/2014/main" id="{9AF66B45-1120-211B-C393-805B2B8DCC17}"/>
                  </a:ext>
                </a:extLst>
              </p:cNvPr>
              <p:cNvSpPr/>
              <p:nvPr/>
            </p:nvSpPr>
            <p:spPr>
              <a:xfrm>
                <a:off x="4654712" y="-94902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4" name="Freeform: Shape 53">
                <a:extLst>
                  <a:ext uri="{FF2B5EF4-FFF2-40B4-BE49-F238E27FC236}">
                    <a16:creationId xmlns:a16="http://schemas.microsoft.com/office/drawing/2014/main" id="{BFC3E57A-227A-8B5A-10E0-92756DCA5557}"/>
                  </a:ext>
                </a:extLst>
              </p:cNvPr>
              <p:cNvSpPr/>
              <p:nvPr/>
            </p:nvSpPr>
            <p:spPr>
              <a:xfrm>
                <a:off x="4941118" y="-767194"/>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5" name="Freeform: Shape 54">
                <a:extLst>
                  <a:ext uri="{FF2B5EF4-FFF2-40B4-BE49-F238E27FC236}">
                    <a16:creationId xmlns:a16="http://schemas.microsoft.com/office/drawing/2014/main" id="{E82E27E0-BA69-5448-D49A-936BE9E83EA8}"/>
                  </a:ext>
                </a:extLst>
              </p:cNvPr>
              <p:cNvSpPr/>
              <p:nvPr/>
            </p:nvSpPr>
            <p:spPr>
              <a:xfrm>
                <a:off x="5210589" y="-56112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6" name="Freeform: Shape 55">
                <a:extLst>
                  <a:ext uri="{FF2B5EF4-FFF2-40B4-BE49-F238E27FC236}">
                    <a16:creationId xmlns:a16="http://schemas.microsoft.com/office/drawing/2014/main" id="{D99A3D8D-C7EF-9DA2-D6DD-A63603D1F6F9}"/>
                  </a:ext>
                </a:extLst>
              </p:cNvPr>
              <p:cNvSpPr/>
              <p:nvPr/>
            </p:nvSpPr>
            <p:spPr>
              <a:xfrm>
                <a:off x="5461220" y="-332293"/>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7" name="Freeform: Shape 56">
                <a:extLst>
                  <a:ext uri="{FF2B5EF4-FFF2-40B4-BE49-F238E27FC236}">
                    <a16:creationId xmlns:a16="http://schemas.microsoft.com/office/drawing/2014/main" id="{FBE8DC4B-31C6-7C8E-35DF-6438F00B950D}"/>
                  </a:ext>
                </a:extLst>
              </p:cNvPr>
              <p:cNvSpPr/>
              <p:nvPr/>
            </p:nvSpPr>
            <p:spPr>
              <a:xfrm>
                <a:off x="5690790" y="-82508"/>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8" name="Freeform: Shape 57">
                <a:extLst>
                  <a:ext uri="{FF2B5EF4-FFF2-40B4-BE49-F238E27FC236}">
                    <a16:creationId xmlns:a16="http://schemas.microsoft.com/office/drawing/2014/main" id="{CEE90EFA-1541-8D91-FABA-B661B4AA59A7}"/>
                  </a:ext>
                </a:extLst>
              </p:cNvPr>
              <p:cNvSpPr/>
              <p:nvPr/>
            </p:nvSpPr>
            <p:spPr>
              <a:xfrm>
                <a:off x="5897815" y="18632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59" name="Freeform: Shape 58">
                <a:extLst>
                  <a:ext uri="{FF2B5EF4-FFF2-40B4-BE49-F238E27FC236}">
                    <a16:creationId xmlns:a16="http://schemas.microsoft.com/office/drawing/2014/main" id="{A5802699-6C79-8AC6-CF68-A14A7873BA83}"/>
                  </a:ext>
                </a:extLst>
              </p:cNvPr>
              <p:cNvSpPr/>
              <p:nvPr/>
            </p:nvSpPr>
            <p:spPr>
              <a:xfrm>
                <a:off x="6080708" y="4720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0" name="Freeform: Shape 59">
                <a:extLst>
                  <a:ext uri="{FF2B5EF4-FFF2-40B4-BE49-F238E27FC236}">
                    <a16:creationId xmlns:a16="http://schemas.microsoft.com/office/drawing/2014/main" id="{BA4FD54E-E86A-8461-F2C7-4D0632E46E11}"/>
                  </a:ext>
                </a:extLst>
              </p:cNvPr>
              <p:cNvSpPr/>
              <p:nvPr/>
            </p:nvSpPr>
            <p:spPr>
              <a:xfrm>
                <a:off x="6237987" y="772792"/>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1" name="Freeform: Shape 60">
                <a:extLst>
                  <a:ext uri="{FF2B5EF4-FFF2-40B4-BE49-F238E27FC236}">
                    <a16:creationId xmlns:a16="http://schemas.microsoft.com/office/drawing/2014/main" id="{B903CDFB-0D38-C445-88B8-A02D16328FEE}"/>
                  </a:ext>
                </a:extLst>
              </p:cNvPr>
              <p:cNvSpPr/>
              <p:nvPr/>
            </p:nvSpPr>
            <p:spPr>
              <a:xfrm>
                <a:off x="6368384" y="10859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2" name="Freeform: Shape 61">
                <a:extLst>
                  <a:ext uri="{FF2B5EF4-FFF2-40B4-BE49-F238E27FC236}">
                    <a16:creationId xmlns:a16="http://schemas.microsoft.com/office/drawing/2014/main" id="{1EE49628-7FCC-D741-4A44-4DCAC4369BB5}"/>
                  </a:ext>
                </a:extLst>
              </p:cNvPr>
              <p:cNvSpPr/>
              <p:nvPr/>
            </p:nvSpPr>
            <p:spPr>
              <a:xfrm>
                <a:off x="6471049" y="1409425"/>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3" name="Freeform: Shape 62">
                <a:extLst>
                  <a:ext uri="{FF2B5EF4-FFF2-40B4-BE49-F238E27FC236}">
                    <a16:creationId xmlns:a16="http://schemas.microsoft.com/office/drawing/2014/main" id="{7AE58FD8-EEB9-DE19-275B-BD19C892CF60}"/>
                  </a:ext>
                </a:extLst>
              </p:cNvPr>
              <p:cNvSpPr/>
              <p:nvPr/>
            </p:nvSpPr>
            <p:spPr>
              <a:xfrm>
                <a:off x="6545244" y="1740496"/>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4" name="Freeform: Shape 63">
                <a:extLst>
                  <a:ext uri="{FF2B5EF4-FFF2-40B4-BE49-F238E27FC236}">
                    <a16:creationId xmlns:a16="http://schemas.microsoft.com/office/drawing/2014/main" id="{2D8C3226-E5C3-DBB0-FCDF-1B4EB5006C4E}"/>
                  </a:ext>
                </a:extLst>
              </p:cNvPr>
              <p:cNvSpPr/>
              <p:nvPr/>
            </p:nvSpPr>
            <p:spPr>
              <a:xfrm>
                <a:off x="6590226" y="207675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5" name="Freeform: Shape 64">
                <a:extLst>
                  <a:ext uri="{FF2B5EF4-FFF2-40B4-BE49-F238E27FC236}">
                    <a16:creationId xmlns:a16="http://schemas.microsoft.com/office/drawing/2014/main" id="{126664FB-ABA2-96C3-249B-50E29063A05D}"/>
                  </a:ext>
                </a:extLst>
              </p:cNvPr>
              <p:cNvSpPr/>
              <p:nvPr/>
            </p:nvSpPr>
            <p:spPr>
              <a:xfrm>
                <a:off x="6605785" y="241576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2"/>
                      <a:pt x="29711" y="0"/>
                      <a:pt x="66362" y="0"/>
                    </a:cubicBezTo>
                    <a:cubicBezTo>
                      <a:pt x="103013" y="0"/>
                      <a:pt x="132725" y="29712"/>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6" name="Freeform: Shape 65">
                <a:extLst>
                  <a:ext uri="{FF2B5EF4-FFF2-40B4-BE49-F238E27FC236}">
                    <a16:creationId xmlns:a16="http://schemas.microsoft.com/office/drawing/2014/main" id="{7D7FF921-B68C-8650-395E-C79D9F2E76E2}"/>
                  </a:ext>
                </a:extLst>
              </p:cNvPr>
              <p:cNvSpPr/>
              <p:nvPr/>
            </p:nvSpPr>
            <p:spPr>
              <a:xfrm>
                <a:off x="6591814" y="275477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7" name="Freeform: Shape 66">
                <a:extLst>
                  <a:ext uri="{FF2B5EF4-FFF2-40B4-BE49-F238E27FC236}">
                    <a16:creationId xmlns:a16="http://schemas.microsoft.com/office/drawing/2014/main" id="{F417466A-EE51-CAF3-4EDC-156F60F4EA3C}"/>
                  </a:ext>
                </a:extLst>
              </p:cNvPr>
              <p:cNvSpPr/>
              <p:nvPr/>
            </p:nvSpPr>
            <p:spPr>
              <a:xfrm>
                <a:off x="6548313" y="3091239"/>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8" name="Freeform: Shape 67">
                <a:extLst>
                  <a:ext uri="{FF2B5EF4-FFF2-40B4-BE49-F238E27FC236}">
                    <a16:creationId xmlns:a16="http://schemas.microsoft.com/office/drawing/2014/main" id="{605FFE8B-F062-5821-8CF8-3A60FE58D6F1}"/>
                  </a:ext>
                </a:extLst>
              </p:cNvPr>
              <p:cNvSpPr/>
              <p:nvPr/>
            </p:nvSpPr>
            <p:spPr>
              <a:xfrm>
                <a:off x="6475706" y="342273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69" name="Freeform: Shape 68">
                <a:extLst>
                  <a:ext uri="{FF2B5EF4-FFF2-40B4-BE49-F238E27FC236}">
                    <a16:creationId xmlns:a16="http://schemas.microsoft.com/office/drawing/2014/main" id="{9ECD94E1-BF88-4F2D-FEB2-D09E95BDA8F8}"/>
                  </a:ext>
                </a:extLst>
              </p:cNvPr>
              <p:cNvSpPr/>
              <p:nvPr/>
            </p:nvSpPr>
            <p:spPr>
              <a:xfrm>
                <a:off x="6374416" y="3746500"/>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0" name="Freeform: Shape 69">
                <a:extLst>
                  <a:ext uri="{FF2B5EF4-FFF2-40B4-BE49-F238E27FC236}">
                    <a16:creationId xmlns:a16="http://schemas.microsoft.com/office/drawing/2014/main" id="{40F50F6F-81BC-153D-8EB2-D94BD9CFA4C9}"/>
                  </a:ext>
                </a:extLst>
              </p:cNvPr>
              <p:cNvSpPr/>
              <p:nvPr/>
            </p:nvSpPr>
            <p:spPr>
              <a:xfrm>
                <a:off x="6245396" y="406031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1" name="Freeform: Shape 70">
                <a:extLst>
                  <a:ext uri="{FF2B5EF4-FFF2-40B4-BE49-F238E27FC236}">
                    <a16:creationId xmlns:a16="http://schemas.microsoft.com/office/drawing/2014/main" id="{AEAD70A9-763B-AFF7-A7AA-91A4BF7D4628}"/>
                  </a:ext>
                </a:extLst>
              </p:cNvPr>
              <p:cNvSpPr/>
              <p:nvPr/>
            </p:nvSpPr>
            <p:spPr>
              <a:xfrm>
                <a:off x="6089493" y="4361754"/>
                <a:ext cx="132724" cy="132724"/>
              </a:xfrm>
              <a:custGeom>
                <a:avLst/>
                <a:gdLst>
                  <a:gd name="connsiteX0" fmla="*/ 132724 w 132724"/>
                  <a:gd name="connsiteY0" fmla="*/ 66363 h 132724"/>
                  <a:gd name="connsiteX1" fmla="*/ 66362 w 132724"/>
                  <a:gd name="connsiteY1" fmla="*/ 132725 h 132724"/>
                  <a:gd name="connsiteX2" fmla="*/ -1 w 132724"/>
                  <a:gd name="connsiteY2" fmla="*/ 66363 h 132724"/>
                  <a:gd name="connsiteX3" fmla="*/ 66362 w 132724"/>
                  <a:gd name="connsiteY3" fmla="*/ 0 h 132724"/>
                  <a:gd name="connsiteX4" fmla="*/ 132724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3"/>
                    </a:moveTo>
                    <a:cubicBezTo>
                      <a:pt x="132724" y="103014"/>
                      <a:pt x="103013" y="132725"/>
                      <a:pt x="66362" y="132725"/>
                    </a:cubicBezTo>
                    <a:cubicBezTo>
                      <a:pt x="29711" y="132725"/>
                      <a:pt x="-1" y="103014"/>
                      <a:pt x="-1" y="66363"/>
                    </a:cubicBezTo>
                    <a:cubicBezTo>
                      <a:pt x="-1" y="29712"/>
                      <a:pt x="29711" y="0"/>
                      <a:pt x="66362" y="0"/>
                    </a:cubicBezTo>
                    <a:cubicBezTo>
                      <a:pt x="103013" y="0"/>
                      <a:pt x="132724" y="29712"/>
                      <a:pt x="132724"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2" name="Freeform: Shape 71">
                <a:extLst>
                  <a:ext uri="{FF2B5EF4-FFF2-40B4-BE49-F238E27FC236}">
                    <a16:creationId xmlns:a16="http://schemas.microsoft.com/office/drawing/2014/main" id="{BF2C1612-3E08-0B43-AEA0-9808402C3E14}"/>
                  </a:ext>
                </a:extLst>
              </p:cNvPr>
              <p:cNvSpPr/>
              <p:nvPr/>
            </p:nvSpPr>
            <p:spPr>
              <a:xfrm>
                <a:off x="5907975" y="4648371"/>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3" name="Freeform: Shape 72">
                <a:extLst>
                  <a:ext uri="{FF2B5EF4-FFF2-40B4-BE49-F238E27FC236}">
                    <a16:creationId xmlns:a16="http://schemas.microsoft.com/office/drawing/2014/main" id="{D4E3E06F-CBDE-2387-6964-CD49D0FDD7E0}"/>
                  </a:ext>
                </a:extLst>
              </p:cNvPr>
              <p:cNvSpPr/>
              <p:nvPr/>
            </p:nvSpPr>
            <p:spPr>
              <a:xfrm>
                <a:off x="5702115" y="4918054"/>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4"/>
                      <a:pt x="103013" y="132725"/>
                      <a:pt x="66362" y="132725"/>
                    </a:cubicBezTo>
                    <a:cubicBezTo>
                      <a:pt x="29711" y="132725"/>
                      <a:pt x="0" y="103014"/>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4" name="Freeform: Shape 73">
                <a:extLst>
                  <a:ext uri="{FF2B5EF4-FFF2-40B4-BE49-F238E27FC236}">
                    <a16:creationId xmlns:a16="http://schemas.microsoft.com/office/drawing/2014/main" id="{CC5F3FEC-D45E-9273-6B2D-1C2B992C1B7D}"/>
                  </a:ext>
                </a:extLst>
              </p:cNvPr>
              <p:cNvSpPr/>
              <p:nvPr/>
            </p:nvSpPr>
            <p:spPr>
              <a:xfrm>
                <a:off x="5473604" y="516889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5" name="Freeform: Shape 74">
                <a:extLst>
                  <a:ext uri="{FF2B5EF4-FFF2-40B4-BE49-F238E27FC236}">
                    <a16:creationId xmlns:a16="http://schemas.microsoft.com/office/drawing/2014/main" id="{3C8937FC-14F4-9F64-41F4-53C4E165B986}"/>
                  </a:ext>
                </a:extLst>
              </p:cNvPr>
              <p:cNvSpPr/>
              <p:nvPr/>
            </p:nvSpPr>
            <p:spPr>
              <a:xfrm>
                <a:off x="5224137" y="5398890"/>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6" name="Freeform: Shape 75">
                <a:extLst>
                  <a:ext uri="{FF2B5EF4-FFF2-40B4-BE49-F238E27FC236}">
                    <a16:creationId xmlns:a16="http://schemas.microsoft.com/office/drawing/2014/main" id="{C7DB8DCA-5ACD-57A3-9ED3-C2421D6B184D}"/>
                  </a:ext>
                </a:extLst>
              </p:cNvPr>
              <p:cNvSpPr/>
              <p:nvPr/>
            </p:nvSpPr>
            <p:spPr>
              <a:xfrm>
                <a:off x="4955512" y="560612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7" name="Freeform: Shape 76">
                <a:extLst>
                  <a:ext uri="{FF2B5EF4-FFF2-40B4-BE49-F238E27FC236}">
                    <a16:creationId xmlns:a16="http://schemas.microsoft.com/office/drawing/2014/main" id="{F98A47BA-6471-6BF0-0CF9-757A45740EB5}"/>
                  </a:ext>
                </a:extLst>
              </p:cNvPr>
              <p:cNvSpPr/>
              <p:nvPr/>
            </p:nvSpPr>
            <p:spPr>
              <a:xfrm>
                <a:off x="4669953" y="5789337"/>
                <a:ext cx="132724" cy="132724"/>
              </a:xfrm>
              <a:custGeom>
                <a:avLst/>
                <a:gdLst>
                  <a:gd name="connsiteX0" fmla="*/ 132724 w 132724"/>
                  <a:gd name="connsiteY0" fmla="*/ 66362 h 132724"/>
                  <a:gd name="connsiteX1" fmla="*/ 66362 w 132724"/>
                  <a:gd name="connsiteY1" fmla="*/ 132725 h 132724"/>
                  <a:gd name="connsiteX2" fmla="*/ -1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1" y="103013"/>
                      <a:pt x="-1" y="66362"/>
                    </a:cubicBezTo>
                    <a:cubicBezTo>
                      <a:pt x="-1"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8" name="Freeform: Shape 77">
                <a:extLst>
                  <a:ext uri="{FF2B5EF4-FFF2-40B4-BE49-F238E27FC236}">
                    <a16:creationId xmlns:a16="http://schemas.microsoft.com/office/drawing/2014/main" id="{10309C67-07B6-6350-BA29-6FC2F8EBFBBF}"/>
                  </a:ext>
                </a:extLst>
              </p:cNvPr>
              <p:cNvSpPr/>
              <p:nvPr/>
            </p:nvSpPr>
            <p:spPr>
              <a:xfrm>
                <a:off x="4369471" y="594693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79" name="Freeform: Shape 78">
                <a:extLst>
                  <a:ext uri="{FF2B5EF4-FFF2-40B4-BE49-F238E27FC236}">
                    <a16:creationId xmlns:a16="http://schemas.microsoft.com/office/drawing/2014/main" id="{3F1BFAAD-EC14-A8EB-5E20-8F7B14808C86}"/>
                  </a:ext>
                </a:extLst>
              </p:cNvPr>
              <p:cNvSpPr/>
              <p:nvPr/>
            </p:nvSpPr>
            <p:spPr>
              <a:xfrm>
                <a:off x="4056393" y="607775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0" name="Freeform: Shape 79">
                <a:extLst>
                  <a:ext uri="{FF2B5EF4-FFF2-40B4-BE49-F238E27FC236}">
                    <a16:creationId xmlns:a16="http://schemas.microsoft.com/office/drawing/2014/main" id="{780D751C-281B-EE1B-E6D9-1AA817F58ED0}"/>
                  </a:ext>
                </a:extLst>
              </p:cNvPr>
              <p:cNvSpPr/>
              <p:nvPr/>
            </p:nvSpPr>
            <p:spPr>
              <a:xfrm>
                <a:off x="3733155" y="618084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1" y="132725"/>
                      <a:pt x="0" y="103013"/>
                      <a:pt x="0" y="66363"/>
                    </a:cubicBezTo>
                    <a:cubicBezTo>
                      <a:pt x="0" y="29712"/>
                      <a:pt x="29711"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1" name="Freeform: Shape 80">
                <a:extLst>
                  <a:ext uri="{FF2B5EF4-FFF2-40B4-BE49-F238E27FC236}">
                    <a16:creationId xmlns:a16="http://schemas.microsoft.com/office/drawing/2014/main" id="{5FC1EA7B-1948-5B8C-80EF-70E6C3833C10}"/>
                  </a:ext>
                </a:extLst>
              </p:cNvPr>
              <p:cNvSpPr/>
              <p:nvPr/>
            </p:nvSpPr>
            <p:spPr>
              <a:xfrm>
                <a:off x="3402084" y="625535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2" name="Freeform: Shape 81">
                <a:extLst>
                  <a:ext uri="{FF2B5EF4-FFF2-40B4-BE49-F238E27FC236}">
                    <a16:creationId xmlns:a16="http://schemas.microsoft.com/office/drawing/2014/main" id="{A29CE0C5-434E-1EFA-3CA9-FDAB69663AEE}"/>
                  </a:ext>
                </a:extLst>
              </p:cNvPr>
              <p:cNvSpPr/>
              <p:nvPr/>
            </p:nvSpPr>
            <p:spPr>
              <a:xfrm>
                <a:off x="3065827" y="6300655"/>
                <a:ext cx="132724" cy="132724"/>
              </a:xfrm>
              <a:custGeom>
                <a:avLst/>
                <a:gdLst>
                  <a:gd name="connsiteX0" fmla="*/ 132725 w 132724"/>
                  <a:gd name="connsiteY0" fmla="*/ 66362 h 132724"/>
                  <a:gd name="connsiteX1" fmla="*/ 66363 w 132724"/>
                  <a:gd name="connsiteY1" fmla="*/ 132725 h 132724"/>
                  <a:gd name="connsiteX2" fmla="*/ 0 w 132724"/>
                  <a:gd name="connsiteY2" fmla="*/ 66362 h 132724"/>
                  <a:gd name="connsiteX3" fmla="*/ 66363 w 132724"/>
                  <a:gd name="connsiteY3" fmla="*/ -1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3" y="132725"/>
                    </a:cubicBezTo>
                    <a:cubicBezTo>
                      <a:pt x="29712" y="132725"/>
                      <a:pt x="0" y="103013"/>
                      <a:pt x="0" y="66362"/>
                    </a:cubicBezTo>
                    <a:cubicBezTo>
                      <a:pt x="0" y="29711"/>
                      <a:pt x="29712" y="-1"/>
                      <a:pt x="66363" y="-1"/>
                    </a:cubicBezTo>
                    <a:cubicBezTo>
                      <a:pt x="103013" y="-1"/>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3" name="Freeform: Shape 82">
                <a:extLst>
                  <a:ext uri="{FF2B5EF4-FFF2-40B4-BE49-F238E27FC236}">
                    <a16:creationId xmlns:a16="http://schemas.microsoft.com/office/drawing/2014/main" id="{18347926-AAFA-E03C-E2D4-2E0E00E90876}"/>
                  </a:ext>
                </a:extLst>
              </p:cNvPr>
              <p:cNvSpPr/>
              <p:nvPr/>
            </p:nvSpPr>
            <p:spPr>
              <a:xfrm>
                <a:off x="2726924" y="6316637"/>
                <a:ext cx="132724" cy="132724"/>
              </a:xfrm>
              <a:custGeom>
                <a:avLst/>
                <a:gdLst>
                  <a:gd name="connsiteX0" fmla="*/ 132724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4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4" y="66362"/>
                    </a:moveTo>
                    <a:cubicBezTo>
                      <a:pt x="132724" y="103013"/>
                      <a:pt x="103013" y="132725"/>
                      <a:pt x="66362" y="132725"/>
                    </a:cubicBezTo>
                    <a:cubicBezTo>
                      <a:pt x="29711" y="132725"/>
                      <a:pt x="0" y="103013"/>
                      <a:pt x="0" y="66362"/>
                    </a:cubicBezTo>
                    <a:cubicBezTo>
                      <a:pt x="0" y="29711"/>
                      <a:pt x="29711" y="0"/>
                      <a:pt x="66362" y="0"/>
                    </a:cubicBezTo>
                    <a:cubicBezTo>
                      <a:pt x="103013" y="0"/>
                      <a:pt x="132724" y="29711"/>
                      <a:pt x="132724"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4" name="Freeform: Shape 83">
                <a:extLst>
                  <a:ext uri="{FF2B5EF4-FFF2-40B4-BE49-F238E27FC236}">
                    <a16:creationId xmlns:a16="http://schemas.microsoft.com/office/drawing/2014/main" id="{63EF9F46-4BD7-5915-59EB-5D0253353056}"/>
                  </a:ext>
                </a:extLst>
              </p:cNvPr>
              <p:cNvSpPr/>
              <p:nvPr/>
            </p:nvSpPr>
            <p:spPr>
              <a:xfrm>
                <a:off x="2387916" y="6302983"/>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5" name="Freeform: Shape 84">
                <a:extLst>
                  <a:ext uri="{FF2B5EF4-FFF2-40B4-BE49-F238E27FC236}">
                    <a16:creationId xmlns:a16="http://schemas.microsoft.com/office/drawing/2014/main" id="{BFB0D204-BE0E-A484-671B-D105B6EC3E22}"/>
                  </a:ext>
                </a:extLst>
              </p:cNvPr>
              <p:cNvSpPr/>
              <p:nvPr/>
            </p:nvSpPr>
            <p:spPr>
              <a:xfrm>
                <a:off x="2051341" y="625990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2" y="132725"/>
                      <a:pt x="0" y="103013"/>
                      <a:pt x="0" y="66362"/>
                    </a:cubicBezTo>
                    <a:cubicBezTo>
                      <a:pt x="0" y="29711"/>
                      <a:pt x="29712"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6" name="Freeform: Shape 85">
                <a:extLst>
                  <a:ext uri="{FF2B5EF4-FFF2-40B4-BE49-F238E27FC236}">
                    <a16:creationId xmlns:a16="http://schemas.microsoft.com/office/drawing/2014/main" id="{6CC053B0-5010-2CE2-233A-E030923CB9B1}"/>
                  </a:ext>
                </a:extLst>
              </p:cNvPr>
              <p:cNvSpPr/>
              <p:nvPr/>
            </p:nvSpPr>
            <p:spPr>
              <a:xfrm>
                <a:off x="1719847" y="618761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7" name="Freeform: Shape 86">
                <a:extLst>
                  <a:ext uri="{FF2B5EF4-FFF2-40B4-BE49-F238E27FC236}">
                    <a16:creationId xmlns:a16="http://schemas.microsoft.com/office/drawing/2014/main" id="{E929739E-2920-67C7-B36C-89A4E60F638E}"/>
                  </a:ext>
                </a:extLst>
              </p:cNvPr>
              <p:cNvSpPr/>
              <p:nvPr/>
            </p:nvSpPr>
            <p:spPr>
              <a:xfrm>
                <a:off x="1395868" y="608675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8" name="Freeform: Shape 87">
                <a:extLst>
                  <a:ext uri="{FF2B5EF4-FFF2-40B4-BE49-F238E27FC236}">
                    <a16:creationId xmlns:a16="http://schemas.microsoft.com/office/drawing/2014/main" id="{915FD378-734E-2943-FC46-CF875F1F3E47}"/>
                  </a:ext>
                </a:extLst>
              </p:cNvPr>
              <p:cNvSpPr/>
              <p:nvPr/>
            </p:nvSpPr>
            <p:spPr>
              <a:xfrm>
                <a:off x="1081944" y="5958048"/>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89" name="Freeform: Shape 88">
                <a:extLst>
                  <a:ext uri="{FF2B5EF4-FFF2-40B4-BE49-F238E27FC236}">
                    <a16:creationId xmlns:a16="http://schemas.microsoft.com/office/drawing/2014/main" id="{67C6E70E-14EA-DA00-5B87-60DBF4286B66}"/>
                  </a:ext>
                </a:extLst>
              </p:cNvPr>
              <p:cNvSpPr/>
              <p:nvPr/>
            </p:nvSpPr>
            <p:spPr>
              <a:xfrm>
                <a:off x="780403" y="58025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0" name="Freeform: Shape 89">
                <a:extLst>
                  <a:ext uri="{FF2B5EF4-FFF2-40B4-BE49-F238E27FC236}">
                    <a16:creationId xmlns:a16="http://schemas.microsoft.com/office/drawing/2014/main" id="{F3F07251-48BB-00A5-437B-6630A3CA51F0}"/>
                  </a:ext>
                </a:extLst>
              </p:cNvPr>
              <p:cNvSpPr/>
              <p:nvPr/>
            </p:nvSpPr>
            <p:spPr>
              <a:xfrm>
                <a:off x="493468" y="5621367"/>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1" name="Freeform: Shape 90">
                <a:extLst>
                  <a:ext uri="{FF2B5EF4-FFF2-40B4-BE49-F238E27FC236}">
                    <a16:creationId xmlns:a16="http://schemas.microsoft.com/office/drawing/2014/main" id="{ED5C4BD4-11B4-5FAB-F3B6-CDA77218A6C3}"/>
                  </a:ext>
                </a:extLst>
              </p:cNvPr>
              <p:cNvSpPr/>
              <p:nvPr/>
            </p:nvSpPr>
            <p:spPr>
              <a:xfrm>
                <a:off x="223573" y="54158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2" name="Freeform: Shape 91">
                <a:extLst>
                  <a:ext uri="{FF2B5EF4-FFF2-40B4-BE49-F238E27FC236}">
                    <a16:creationId xmlns:a16="http://schemas.microsoft.com/office/drawing/2014/main" id="{7708BD6E-8423-8777-F0DD-5AF7A16B43C8}"/>
                  </a:ext>
                </a:extLst>
              </p:cNvPr>
              <p:cNvSpPr/>
              <p:nvPr/>
            </p:nvSpPr>
            <p:spPr>
              <a:xfrm>
                <a:off x="-27481" y="518752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3" name="Freeform: Shape 92">
                <a:extLst>
                  <a:ext uri="{FF2B5EF4-FFF2-40B4-BE49-F238E27FC236}">
                    <a16:creationId xmlns:a16="http://schemas.microsoft.com/office/drawing/2014/main" id="{03C1E379-3832-A6D1-B253-A9B0385F9AC3}"/>
                  </a:ext>
                </a:extLst>
              </p:cNvPr>
              <p:cNvSpPr/>
              <p:nvPr/>
            </p:nvSpPr>
            <p:spPr>
              <a:xfrm>
                <a:off x="-257791" y="4938376"/>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4" name="Freeform: Shape 93">
                <a:extLst>
                  <a:ext uri="{FF2B5EF4-FFF2-40B4-BE49-F238E27FC236}">
                    <a16:creationId xmlns:a16="http://schemas.microsoft.com/office/drawing/2014/main" id="{ACEDF8D1-B92F-AD43-3764-D134866A5735}"/>
                  </a:ext>
                </a:extLst>
              </p:cNvPr>
              <p:cNvSpPr/>
              <p:nvPr/>
            </p:nvSpPr>
            <p:spPr>
              <a:xfrm>
                <a:off x="-465345" y="4669963"/>
                <a:ext cx="132724" cy="132724"/>
              </a:xfrm>
              <a:custGeom>
                <a:avLst/>
                <a:gdLst>
                  <a:gd name="connsiteX0" fmla="*/ 132725 w 132724"/>
                  <a:gd name="connsiteY0" fmla="*/ 66363 h 132724"/>
                  <a:gd name="connsiteX1" fmla="*/ 66362 w 132724"/>
                  <a:gd name="connsiteY1" fmla="*/ 132725 h 132724"/>
                  <a:gd name="connsiteX2" fmla="*/ 0 w 132724"/>
                  <a:gd name="connsiteY2" fmla="*/ 66363 h 132724"/>
                  <a:gd name="connsiteX3" fmla="*/ 66362 w 132724"/>
                  <a:gd name="connsiteY3" fmla="*/ 0 h 132724"/>
                  <a:gd name="connsiteX4" fmla="*/ 132725 w 132724"/>
                  <a:gd name="connsiteY4" fmla="*/ 66363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3"/>
                    </a:moveTo>
                    <a:cubicBezTo>
                      <a:pt x="132725" y="103013"/>
                      <a:pt x="103013" y="132725"/>
                      <a:pt x="66362" y="132725"/>
                    </a:cubicBezTo>
                    <a:cubicBezTo>
                      <a:pt x="29712" y="132725"/>
                      <a:pt x="0" y="103013"/>
                      <a:pt x="0" y="66363"/>
                    </a:cubicBezTo>
                    <a:cubicBezTo>
                      <a:pt x="0" y="29712"/>
                      <a:pt x="29712" y="0"/>
                      <a:pt x="66362" y="0"/>
                    </a:cubicBezTo>
                    <a:cubicBezTo>
                      <a:pt x="103013" y="0"/>
                      <a:pt x="132725" y="29712"/>
                      <a:pt x="132725" y="66363"/>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5" name="Freeform: Shape 94">
                <a:extLst>
                  <a:ext uri="{FF2B5EF4-FFF2-40B4-BE49-F238E27FC236}">
                    <a16:creationId xmlns:a16="http://schemas.microsoft.com/office/drawing/2014/main" id="{04F93D35-C270-408E-20E6-5EE0FD843182}"/>
                  </a:ext>
                </a:extLst>
              </p:cNvPr>
              <p:cNvSpPr/>
              <p:nvPr/>
            </p:nvSpPr>
            <p:spPr>
              <a:xfrm>
                <a:off x="-648873" y="438461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6" name="Freeform: Shape 95">
                <a:extLst>
                  <a:ext uri="{FF2B5EF4-FFF2-40B4-BE49-F238E27FC236}">
                    <a16:creationId xmlns:a16="http://schemas.microsoft.com/office/drawing/2014/main" id="{2078E51F-3828-351E-6FAF-302A7F363F23}"/>
                  </a:ext>
                </a:extLst>
              </p:cNvPr>
              <p:cNvSpPr/>
              <p:nvPr/>
            </p:nvSpPr>
            <p:spPr>
              <a:xfrm>
                <a:off x="-806788" y="4084239"/>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7" name="Freeform: Shape 96">
                <a:extLst>
                  <a:ext uri="{FF2B5EF4-FFF2-40B4-BE49-F238E27FC236}">
                    <a16:creationId xmlns:a16="http://schemas.microsoft.com/office/drawing/2014/main" id="{4FE0E542-502B-3FB2-C618-508920C5527E}"/>
                  </a:ext>
                </a:extLst>
              </p:cNvPr>
              <p:cNvSpPr/>
              <p:nvPr/>
            </p:nvSpPr>
            <p:spPr>
              <a:xfrm>
                <a:off x="-937925" y="3771373"/>
                <a:ext cx="132724" cy="132724"/>
              </a:xfrm>
              <a:custGeom>
                <a:avLst/>
                <a:gdLst>
                  <a:gd name="connsiteX0" fmla="*/ 132725 w 132724"/>
                  <a:gd name="connsiteY0" fmla="*/ 66362 h 132724"/>
                  <a:gd name="connsiteX1" fmla="*/ 66362 w 132724"/>
                  <a:gd name="connsiteY1" fmla="*/ 132724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4"/>
                      <a:pt x="66362" y="132724"/>
                    </a:cubicBezTo>
                    <a:cubicBezTo>
                      <a:pt x="29711" y="132724"/>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8" name="Freeform: Shape 97">
                <a:extLst>
                  <a:ext uri="{FF2B5EF4-FFF2-40B4-BE49-F238E27FC236}">
                    <a16:creationId xmlns:a16="http://schemas.microsoft.com/office/drawing/2014/main" id="{19BCACD5-CFD1-69E6-5509-84C3CA7DEBAF}"/>
                  </a:ext>
                </a:extLst>
              </p:cNvPr>
              <p:cNvSpPr/>
              <p:nvPr/>
            </p:nvSpPr>
            <p:spPr>
              <a:xfrm>
                <a:off x="-1041437" y="3448240"/>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99" name="Freeform: Shape 98">
                <a:extLst>
                  <a:ext uri="{FF2B5EF4-FFF2-40B4-BE49-F238E27FC236}">
                    <a16:creationId xmlns:a16="http://schemas.microsoft.com/office/drawing/2014/main" id="{BB448D81-3696-B041-FE64-4E35B4EC605F}"/>
                  </a:ext>
                </a:extLst>
              </p:cNvPr>
              <p:cNvSpPr/>
              <p:nvPr/>
            </p:nvSpPr>
            <p:spPr>
              <a:xfrm>
                <a:off x="-1116267" y="3117275"/>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100" name="Freeform: Shape 99">
                <a:extLst>
                  <a:ext uri="{FF2B5EF4-FFF2-40B4-BE49-F238E27FC236}">
                    <a16:creationId xmlns:a16="http://schemas.microsoft.com/office/drawing/2014/main" id="{71E6D037-DDBA-86D3-022C-71D6DEC5AE0D}"/>
                  </a:ext>
                </a:extLst>
              </p:cNvPr>
              <p:cNvSpPr/>
              <p:nvPr/>
            </p:nvSpPr>
            <p:spPr>
              <a:xfrm>
                <a:off x="-1162096" y="2781124"/>
                <a:ext cx="132724" cy="132724"/>
              </a:xfrm>
              <a:custGeom>
                <a:avLst/>
                <a:gdLst>
                  <a:gd name="connsiteX0" fmla="*/ 132725 w 132724"/>
                  <a:gd name="connsiteY0" fmla="*/ 66362 h 132724"/>
                  <a:gd name="connsiteX1" fmla="*/ 66362 w 132724"/>
                  <a:gd name="connsiteY1" fmla="*/ 132725 h 132724"/>
                  <a:gd name="connsiteX2" fmla="*/ 0 w 132724"/>
                  <a:gd name="connsiteY2" fmla="*/ 66362 h 132724"/>
                  <a:gd name="connsiteX3" fmla="*/ 66362 w 132724"/>
                  <a:gd name="connsiteY3" fmla="*/ 0 h 132724"/>
                  <a:gd name="connsiteX4" fmla="*/ 132725 w 132724"/>
                  <a:gd name="connsiteY4" fmla="*/ 66362 h 13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24" h="132724">
                    <a:moveTo>
                      <a:pt x="132725" y="66362"/>
                    </a:moveTo>
                    <a:cubicBezTo>
                      <a:pt x="132725" y="103013"/>
                      <a:pt x="103013" y="132725"/>
                      <a:pt x="66362" y="132725"/>
                    </a:cubicBezTo>
                    <a:cubicBezTo>
                      <a:pt x="29711" y="132725"/>
                      <a:pt x="0" y="103013"/>
                      <a:pt x="0" y="66362"/>
                    </a:cubicBezTo>
                    <a:cubicBezTo>
                      <a:pt x="0" y="29711"/>
                      <a:pt x="29711" y="0"/>
                      <a:pt x="66362" y="0"/>
                    </a:cubicBezTo>
                    <a:cubicBezTo>
                      <a:pt x="103013" y="0"/>
                      <a:pt x="132725" y="29711"/>
                      <a:pt x="132725" y="66362"/>
                    </a:cubicBezTo>
                    <a:close/>
                  </a:path>
                </a:pathLst>
              </a:custGeom>
              <a:grp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grpSp>
        <p:sp>
          <p:nvSpPr>
            <p:cNvPr id="27" name="Freeform: Shape 26">
              <a:extLst>
                <a:ext uri="{FF2B5EF4-FFF2-40B4-BE49-F238E27FC236}">
                  <a16:creationId xmlns:a16="http://schemas.microsoft.com/office/drawing/2014/main" id="{A709674F-79D3-02FF-14BD-25406349B55D}"/>
                </a:ext>
              </a:extLst>
            </p:cNvPr>
            <p:cNvSpPr/>
            <p:nvPr/>
          </p:nvSpPr>
          <p:spPr>
            <a:xfrm>
              <a:off x="1606458" y="1324555"/>
              <a:ext cx="1578702" cy="2665750"/>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tx1">
                <a:alpha val="44000"/>
              </a:schemeClr>
            </a:solidFill>
            <a:ln w="10582" cap="flat">
              <a:noFill/>
              <a:prstDash val="solid"/>
              <a:miter/>
            </a:ln>
            <a:effectLst>
              <a:softEdge rad="177800"/>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4466"/>
                </a:solidFill>
                <a:effectLst/>
                <a:uLnTx/>
                <a:uFillTx/>
                <a:latin typeface="Roboto"/>
                <a:ea typeface="+mn-ea"/>
                <a:cs typeface="+mn-cs"/>
              </a:endParaRPr>
            </a:p>
          </p:txBody>
        </p:sp>
        <p:sp>
          <p:nvSpPr>
            <p:cNvPr id="28" name="Freeform: Shape 27">
              <a:extLst>
                <a:ext uri="{FF2B5EF4-FFF2-40B4-BE49-F238E27FC236}">
                  <a16:creationId xmlns:a16="http://schemas.microsoft.com/office/drawing/2014/main" id="{8F746B45-3F44-7DCC-8F7B-CB0ADADB4B83}"/>
                </a:ext>
              </a:extLst>
            </p:cNvPr>
            <p:cNvSpPr/>
            <p:nvPr/>
          </p:nvSpPr>
          <p:spPr>
            <a:xfrm>
              <a:off x="1892074" y="1400844"/>
              <a:ext cx="1434190" cy="2421732"/>
            </a:xfrm>
            <a:custGeom>
              <a:avLst/>
              <a:gdLst>
                <a:gd name="connsiteX0" fmla="*/ 351075 w 1100111"/>
                <a:gd name="connsiteY0" fmla="*/ 1310735 h 1857615"/>
                <a:gd name="connsiteX1" fmla="*/ 329801 w 1100111"/>
                <a:gd name="connsiteY1" fmla="*/ 1231672 h 1857615"/>
                <a:gd name="connsiteX2" fmla="*/ 322286 w 1100111"/>
                <a:gd name="connsiteY2" fmla="*/ 1146364 h 1857615"/>
                <a:gd name="connsiteX3" fmla="*/ 364305 w 1100111"/>
                <a:gd name="connsiteY3" fmla="*/ 953204 h 1857615"/>
                <a:gd name="connsiteX4" fmla="*/ 491632 w 1100111"/>
                <a:gd name="connsiteY4" fmla="*/ 802698 h 1857615"/>
                <a:gd name="connsiteX5" fmla="*/ 575669 w 1100111"/>
                <a:gd name="connsiteY5" fmla="*/ 728715 h 1857615"/>
                <a:gd name="connsiteX6" fmla="*/ 639597 w 1100111"/>
                <a:gd name="connsiteY6" fmla="*/ 660977 h 1857615"/>
                <a:gd name="connsiteX7" fmla="*/ 685426 w 1100111"/>
                <a:gd name="connsiteY7" fmla="*/ 590064 h 1857615"/>
                <a:gd name="connsiteX8" fmla="*/ 704901 w 1100111"/>
                <a:gd name="connsiteY8" fmla="*/ 504121 h 1857615"/>
                <a:gd name="connsiteX9" fmla="*/ 656003 w 1100111"/>
                <a:gd name="connsiteY9" fmla="*/ 379969 h 1857615"/>
                <a:gd name="connsiteX10" fmla="*/ 530581 w 1100111"/>
                <a:gd name="connsiteY10" fmla="*/ 333611 h 1857615"/>
                <a:gd name="connsiteX11" fmla="*/ 401984 w 1100111"/>
                <a:gd name="connsiteY11" fmla="*/ 374360 h 1857615"/>
                <a:gd name="connsiteX12" fmla="*/ 298472 w 1100111"/>
                <a:gd name="connsiteY12" fmla="*/ 494172 h 1857615"/>
                <a:gd name="connsiteX13" fmla="*/ 0 w 1100111"/>
                <a:gd name="connsiteY13" fmla="*/ 331071 h 1857615"/>
                <a:gd name="connsiteX14" fmla="*/ 228934 w 1100111"/>
                <a:gd name="connsiteY14" fmla="*/ 91552 h 1857615"/>
                <a:gd name="connsiteX15" fmla="*/ 574505 w 1100111"/>
                <a:gd name="connsiteY15" fmla="*/ 0 h 1857615"/>
                <a:gd name="connsiteX16" fmla="*/ 954580 w 1100111"/>
                <a:gd name="connsiteY16" fmla="*/ 135476 h 1857615"/>
                <a:gd name="connsiteX17" fmla="*/ 1100111 w 1100111"/>
                <a:gd name="connsiteY17" fmla="*/ 454058 h 1857615"/>
                <a:gd name="connsiteX18" fmla="*/ 1082542 w 1100111"/>
                <a:gd name="connsiteY18" fmla="*/ 594509 h 1857615"/>
                <a:gd name="connsiteX19" fmla="*/ 1026129 w 1100111"/>
                <a:gd name="connsiteY19" fmla="*/ 714956 h 1857615"/>
                <a:gd name="connsiteX20" fmla="*/ 940186 w 1100111"/>
                <a:gd name="connsiteY20" fmla="*/ 817833 h 1857615"/>
                <a:gd name="connsiteX21" fmla="*/ 825454 w 1100111"/>
                <a:gd name="connsiteY21" fmla="*/ 920711 h 1857615"/>
                <a:gd name="connsiteX22" fmla="*/ 693788 w 1100111"/>
                <a:gd name="connsiteY22" fmla="*/ 1044227 h 1857615"/>
                <a:gd name="connsiteX23" fmla="*/ 648594 w 1100111"/>
                <a:gd name="connsiteY23" fmla="*/ 1167744 h 1857615"/>
                <a:gd name="connsiteX24" fmla="*/ 652404 w 1100111"/>
                <a:gd name="connsiteY24" fmla="*/ 1209762 h 1857615"/>
                <a:gd name="connsiteX25" fmla="*/ 661189 w 1100111"/>
                <a:gd name="connsiteY25" fmla="*/ 1241727 h 1857615"/>
                <a:gd name="connsiteX26" fmla="*/ 351075 w 1100111"/>
                <a:gd name="connsiteY26" fmla="*/ 1310735 h 1857615"/>
                <a:gd name="connsiteX27" fmla="*/ 531745 w 1100111"/>
                <a:gd name="connsiteY27" fmla="*/ 1857615 h 1857615"/>
                <a:gd name="connsiteX28" fmla="*/ 364940 w 1100111"/>
                <a:gd name="connsiteY28" fmla="*/ 1791147 h 1857615"/>
                <a:gd name="connsiteX29" fmla="*/ 299742 w 1100111"/>
                <a:gd name="connsiteY29" fmla="*/ 1629316 h 1857615"/>
                <a:gd name="connsiteX30" fmla="*/ 365575 w 1100111"/>
                <a:gd name="connsiteY30" fmla="*/ 1466850 h 1857615"/>
                <a:gd name="connsiteX31" fmla="*/ 531745 w 1100111"/>
                <a:gd name="connsiteY31" fmla="*/ 1403557 h 1857615"/>
                <a:gd name="connsiteX32" fmla="*/ 695375 w 1100111"/>
                <a:gd name="connsiteY32" fmla="*/ 1467485 h 1857615"/>
                <a:gd name="connsiteX33" fmla="*/ 759939 w 1100111"/>
                <a:gd name="connsiteY33" fmla="*/ 1629316 h 1857615"/>
                <a:gd name="connsiteX34" fmla="*/ 696010 w 1100111"/>
                <a:gd name="connsiteY34" fmla="*/ 1792946 h 1857615"/>
                <a:gd name="connsiteX35" fmla="*/ 531745 w 1100111"/>
                <a:gd name="connsiteY35" fmla="*/ 1857615 h 1857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0111" h="1857615">
                  <a:moveTo>
                    <a:pt x="351075" y="1310735"/>
                  </a:moveTo>
                  <a:cubicBezTo>
                    <a:pt x="341867" y="1286497"/>
                    <a:pt x="334775" y="1260143"/>
                    <a:pt x="329801" y="1231672"/>
                  </a:cubicBezTo>
                  <a:cubicBezTo>
                    <a:pt x="324826" y="1203306"/>
                    <a:pt x="322286" y="1174835"/>
                    <a:pt x="322286" y="1146364"/>
                  </a:cubicBezTo>
                  <a:cubicBezTo>
                    <a:pt x="322286" y="1070264"/>
                    <a:pt x="336257" y="1005913"/>
                    <a:pt x="364305" y="953204"/>
                  </a:cubicBezTo>
                  <a:cubicBezTo>
                    <a:pt x="392353" y="900495"/>
                    <a:pt x="434689" y="850327"/>
                    <a:pt x="491632" y="802698"/>
                  </a:cubicBezTo>
                  <a:cubicBezTo>
                    <a:pt x="524230" y="775074"/>
                    <a:pt x="552278" y="750413"/>
                    <a:pt x="575669" y="728715"/>
                  </a:cubicBezTo>
                  <a:cubicBezTo>
                    <a:pt x="599060" y="707018"/>
                    <a:pt x="620440" y="684368"/>
                    <a:pt x="639597" y="660977"/>
                  </a:cubicBezTo>
                  <a:cubicBezTo>
                    <a:pt x="657167" y="641714"/>
                    <a:pt x="672408" y="618111"/>
                    <a:pt x="685426" y="590064"/>
                  </a:cubicBezTo>
                  <a:cubicBezTo>
                    <a:pt x="698339" y="562016"/>
                    <a:pt x="704901" y="533439"/>
                    <a:pt x="704901" y="504121"/>
                  </a:cubicBezTo>
                  <a:cubicBezTo>
                    <a:pt x="704901" y="452259"/>
                    <a:pt x="688601" y="410875"/>
                    <a:pt x="656003" y="379969"/>
                  </a:cubicBezTo>
                  <a:cubicBezTo>
                    <a:pt x="623403" y="349064"/>
                    <a:pt x="581596" y="333611"/>
                    <a:pt x="530581" y="333611"/>
                  </a:cubicBezTo>
                  <a:cubicBezTo>
                    <a:pt x="482953" y="333611"/>
                    <a:pt x="440087" y="347264"/>
                    <a:pt x="401984" y="374360"/>
                  </a:cubicBezTo>
                  <a:cubicBezTo>
                    <a:pt x="363881" y="401561"/>
                    <a:pt x="329483" y="441463"/>
                    <a:pt x="298472" y="494172"/>
                  </a:cubicBezTo>
                  <a:lnTo>
                    <a:pt x="0" y="331071"/>
                  </a:lnTo>
                  <a:cubicBezTo>
                    <a:pt x="52709" y="232427"/>
                    <a:pt x="129020" y="152517"/>
                    <a:pt x="228934" y="91552"/>
                  </a:cubicBezTo>
                  <a:cubicBezTo>
                    <a:pt x="328848" y="30482"/>
                    <a:pt x="444003" y="0"/>
                    <a:pt x="574505" y="0"/>
                  </a:cubicBezTo>
                  <a:cubicBezTo>
                    <a:pt x="730832" y="0"/>
                    <a:pt x="857524" y="45194"/>
                    <a:pt x="954580" y="135476"/>
                  </a:cubicBezTo>
                  <a:cubicBezTo>
                    <a:pt x="1051530" y="225759"/>
                    <a:pt x="1100111" y="332023"/>
                    <a:pt x="1100111" y="454058"/>
                  </a:cubicBezTo>
                  <a:cubicBezTo>
                    <a:pt x="1100111" y="505073"/>
                    <a:pt x="1094290" y="551855"/>
                    <a:pt x="1082542" y="594509"/>
                  </a:cubicBezTo>
                  <a:cubicBezTo>
                    <a:pt x="1070793" y="637163"/>
                    <a:pt x="1052059" y="677276"/>
                    <a:pt x="1026129" y="714956"/>
                  </a:cubicBezTo>
                  <a:cubicBezTo>
                    <a:pt x="1001891" y="750942"/>
                    <a:pt x="973208" y="785234"/>
                    <a:pt x="940186" y="817833"/>
                  </a:cubicBezTo>
                  <a:cubicBezTo>
                    <a:pt x="907163" y="850432"/>
                    <a:pt x="868849" y="884725"/>
                    <a:pt x="825454" y="920711"/>
                  </a:cubicBezTo>
                  <a:cubicBezTo>
                    <a:pt x="767771" y="966752"/>
                    <a:pt x="723847" y="1007924"/>
                    <a:pt x="693788" y="1044227"/>
                  </a:cubicBezTo>
                  <a:cubicBezTo>
                    <a:pt x="663729" y="1080637"/>
                    <a:pt x="648594" y="1121809"/>
                    <a:pt x="648594" y="1167744"/>
                  </a:cubicBezTo>
                  <a:cubicBezTo>
                    <a:pt x="648594" y="1184467"/>
                    <a:pt x="649864" y="1198438"/>
                    <a:pt x="652404" y="1209762"/>
                  </a:cubicBezTo>
                  <a:cubicBezTo>
                    <a:pt x="654944" y="1221088"/>
                    <a:pt x="657802" y="1231672"/>
                    <a:pt x="661189" y="1241727"/>
                  </a:cubicBezTo>
                  <a:lnTo>
                    <a:pt x="351075" y="1310735"/>
                  </a:lnTo>
                  <a:close/>
                  <a:moveTo>
                    <a:pt x="531745" y="1857615"/>
                  </a:moveTo>
                  <a:cubicBezTo>
                    <a:pt x="464007" y="1857615"/>
                    <a:pt x="408440" y="1835494"/>
                    <a:pt x="364940" y="1791147"/>
                  </a:cubicBezTo>
                  <a:cubicBezTo>
                    <a:pt x="321439" y="1746800"/>
                    <a:pt x="299742" y="1692926"/>
                    <a:pt x="299742" y="1629316"/>
                  </a:cubicBezTo>
                  <a:cubicBezTo>
                    <a:pt x="299742" y="1563271"/>
                    <a:pt x="321651" y="1509081"/>
                    <a:pt x="365575" y="1466850"/>
                  </a:cubicBezTo>
                  <a:cubicBezTo>
                    <a:pt x="409499" y="1424620"/>
                    <a:pt x="464854" y="1403557"/>
                    <a:pt x="531745" y="1403557"/>
                  </a:cubicBezTo>
                  <a:cubicBezTo>
                    <a:pt x="597790" y="1403557"/>
                    <a:pt x="652298" y="1424831"/>
                    <a:pt x="695375" y="1467485"/>
                  </a:cubicBezTo>
                  <a:cubicBezTo>
                    <a:pt x="738453" y="1510139"/>
                    <a:pt x="759939" y="1564012"/>
                    <a:pt x="759939" y="1629316"/>
                  </a:cubicBezTo>
                  <a:cubicBezTo>
                    <a:pt x="759939" y="1695361"/>
                    <a:pt x="738664" y="1749975"/>
                    <a:pt x="696010" y="1792946"/>
                  </a:cubicBezTo>
                  <a:cubicBezTo>
                    <a:pt x="653357" y="1836024"/>
                    <a:pt x="598637" y="1857615"/>
                    <a:pt x="531745" y="1857615"/>
                  </a:cubicBezTo>
                  <a:close/>
                </a:path>
              </a:pathLst>
            </a:custGeom>
            <a:solidFill>
              <a:schemeClr val="bg1"/>
            </a:solidFill>
            <a:ln w="1058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4466"/>
                </a:solidFill>
                <a:effectLst/>
                <a:uLnTx/>
                <a:uFillTx/>
                <a:latin typeface="Roboto Slab Black" pitchFamily="2" charset="0"/>
                <a:ea typeface="Roboto Slab Black" pitchFamily="2" charset="0"/>
                <a:cs typeface="+mn-cs"/>
              </a:endParaRPr>
            </a:p>
          </p:txBody>
        </p:sp>
      </p:grpSp>
      <p:sp>
        <p:nvSpPr>
          <p:cNvPr id="8" name="TextBox 7">
            <a:extLst>
              <a:ext uri="{FF2B5EF4-FFF2-40B4-BE49-F238E27FC236}">
                <a16:creationId xmlns:a16="http://schemas.microsoft.com/office/drawing/2014/main" id="{F8D3D3BD-6D0C-5674-D6F2-501AC3DDE42A}"/>
              </a:ext>
            </a:extLst>
          </p:cNvPr>
          <p:cNvSpPr txBox="1">
            <a:spLocks/>
          </p:cNvSpPr>
          <p:nvPr/>
        </p:nvSpPr>
        <p:spPr>
          <a:xfrm>
            <a:off x="838135" y="2516088"/>
            <a:ext cx="3160452" cy="1769715"/>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Q</a:t>
            </a:r>
            <a:r>
              <a:rPr kumimoji="0" lang="en-US" sz="11500" b="1" i="0" u="none" strike="noStrike" kern="1200" cap="none" spc="0" normalizeH="0" baseline="0" noProof="0">
                <a:ln w="19050">
                  <a:solidFill>
                    <a:schemeClr val="bg1"/>
                  </a:solidFill>
                </a:ln>
                <a:noFill/>
                <a:effectLst/>
                <a:uLnTx/>
                <a:uFillTx/>
                <a:latin typeface="Roboto Slab Black" pitchFamily="2" charset="0"/>
                <a:ea typeface="Roboto Slab Black" pitchFamily="2" charset="0"/>
                <a:cs typeface="+mn-cs"/>
              </a:rPr>
              <a:t>&amp;</a:t>
            </a:r>
            <a:r>
              <a:rPr kumimoji="0" lang="en-US" sz="11500" b="1" i="0" u="none" strike="noStrike" kern="1200" cap="none" spc="0" normalizeH="0" baseline="0" noProof="0">
                <a:ln>
                  <a:noFill/>
                </a:ln>
                <a:solidFill>
                  <a:srgbClr val="FFFFFF"/>
                </a:solidFill>
                <a:effectLst/>
                <a:uLnTx/>
                <a:uFillTx/>
                <a:latin typeface="Roboto Slab Black" pitchFamily="2" charset="0"/>
                <a:ea typeface="Roboto Slab Black" pitchFamily="2" charset="0"/>
                <a:cs typeface="+mn-cs"/>
              </a:rPr>
              <a:t>A</a:t>
            </a:r>
          </a:p>
        </p:txBody>
      </p:sp>
      <p:pic>
        <p:nvPicPr>
          <p:cNvPr id="2" name="Graphic 1">
            <a:extLst>
              <a:ext uri="{FF2B5EF4-FFF2-40B4-BE49-F238E27FC236}">
                <a16:creationId xmlns:a16="http://schemas.microsoft.com/office/drawing/2014/main" id="{C3C5EA71-F87E-1AA3-18F0-75A119EE31C1}"/>
              </a:ext>
            </a:extLst>
          </p:cNvPr>
          <p:cNvPicPr>
            <a:picLocks noChangeAspect="1"/>
          </p:cNvPicPr>
          <p:nvPr userDrawn="1"/>
        </p:nvPicPr>
        <p:blipFill>
          <a:blip>
            <a:extLst>
              <a:ext uri="{96DAC541-7B7A-43D3-8B79-37D633B846F1}">
                <asvg:svgBlip xmlns:asvg="http://schemas.microsoft.com/office/drawing/2016/SVG/main" r:embed="rId2"/>
              </a:ext>
            </a:extLst>
          </a:blip>
          <a:srcRect l="19440" t="17430" r="19792" b="19295"/>
          <a:stretch>
            <a:fillRect/>
          </a:stretch>
        </p:blipFill>
        <p:spPr>
          <a:xfrm>
            <a:off x="442299" y="5897556"/>
            <a:ext cx="877958" cy="914162"/>
          </a:xfrm>
          <a:prstGeom prst="rect">
            <a:avLst/>
          </a:prstGeom>
        </p:spPr>
      </p:pic>
      <p:sp>
        <p:nvSpPr>
          <p:cNvPr id="822" name="TextBox 821">
            <a:extLst>
              <a:ext uri="{FF2B5EF4-FFF2-40B4-BE49-F238E27FC236}">
                <a16:creationId xmlns:a16="http://schemas.microsoft.com/office/drawing/2014/main" id="{7EF6750B-4F28-3C6C-6757-AF67216B5FCC}"/>
              </a:ext>
            </a:extLst>
          </p:cNvPr>
          <p:cNvSpPr txBox="1"/>
          <p:nvPr userDrawn="1"/>
        </p:nvSpPr>
        <p:spPr>
          <a:xfrm>
            <a:off x="9082495" y="6231527"/>
            <a:ext cx="2826415"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www.chryselys.com  |  info@chryselys.com</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
        <p:nvSpPr>
          <p:cNvPr id="823" name="TextBox 6">
            <a:extLst>
              <a:ext uri="{FF2B5EF4-FFF2-40B4-BE49-F238E27FC236}">
                <a16:creationId xmlns:a16="http://schemas.microsoft.com/office/drawing/2014/main" id="{F0BEFDC9-45D4-2749-D4FB-FC6A61157A50}"/>
              </a:ext>
            </a:extLst>
          </p:cNvPr>
          <p:cNvSpPr txBox="1"/>
          <p:nvPr userDrawn="1"/>
        </p:nvSpPr>
        <p:spPr>
          <a:xfrm>
            <a:off x="1448280" y="6231527"/>
            <a:ext cx="3046027" cy="24622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mn-lt"/>
                <a:ea typeface="Roboto" panose="02000000000000000000" pitchFamily="2" charset="0"/>
                <a:cs typeface="+mn-cs"/>
              </a:rPr>
              <a:t>Copyright © 2026 Chryselys All rights reserved.</a:t>
            </a:r>
            <a:endParaRPr kumimoji="0" lang="en-IN" sz="1000" b="0" i="0" u="none" strike="noStrike" kern="1200" cap="none" spc="0" normalizeH="0" baseline="0" noProof="0">
              <a:ln>
                <a:noFill/>
              </a:ln>
              <a:solidFill>
                <a:schemeClr val="bg1"/>
              </a:solidFill>
              <a:effectLst/>
              <a:uLnTx/>
              <a:uFillTx/>
              <a:latin typeface="+mn-lt"/>
              <a:ea typeface="Roboto" panose="02000000000000000000" pitchFamily="2" charset="0"/>
              <a:cs typeface="+mn-cs"/>
            </a:endParaRPr>
          </a:p>
        </p:txBody>
      </p:sp>
    </p:spTree>
    <p:extLst>
      <p:ext uri="{BB962C8B-B14F-4D97-AF65-F5344CB8AC3E}">
        <p14:creationId xmlns:p14="http://schemas.microsoft.com/office/powerpoint/2010/main" val="790887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bg2"/>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0BB6D2-77AA-325C-7AF9-D726858D27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E05E27-2A2B-D8E4-65F9-7A0171015C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82380167"/>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72" r:id="rId11"/>
    <p:sldLayoutId id="2147483676" r:id="rId12"/>
    <p:sldLayoutId id="2147483673" r:id="rId13"/>
    <p:sldLayoutId id="2147483674" r:id="rId14"/>
    <p:sldLayoutId id="2147483675" r:id="rId15"/>
    <p:sldLayoutId id="2147483697" r:id="rId16"/>
    <p:sldLayoutId id="2147483696" r:id="rId17"/>
    <p:sldLayoutId id="2147483698"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TUB-040</a:t>
            </a:r>
          </a:p>
          <a:p>
            <a:r>
              <a:t>Commercial Forecast</a:t>
            </a:r>
          </a:p>
        </p:txBody>
      </p:sp>
      <p:sp>
        <p:nvSpPr>
          <p:cNvPr id="3" name="Subtitle 2"/>
          <p:cNvSpPr>
            <a:spLocks noGrp="1"/>
          </p:cNvSpPr>
          <p:nvPr>
            <p:ph type="subTitle" idx="1"/>
          </p:nvPr>
        </p:nvSpPr>
        <p:spPr/>
        <p:txBody>
          <a:bodyPr/>
          <a:lstStyle/>
          <a:p/>
        </p:txBody>
      </p:sp>
      <p:sp>
        <p:nvSpPr>
          <p:cNvPr id="4" name="Text Placeholder 3"/>
          <p:cNvSpPr>
            <a:spLocks noGrp="1"/>
          </p:cNvSpPr>
          <p:nvPr>
            <p:ph type="body" idx="10" sz="quarter"/>
          </p:nvPr>
        </p:nvSpPr>
        <p:spPr/>
        <p:txBody>
          <a:bodyPr/>
          <a:lstStyle/>
          <a:p>
            <a:r>
              <a:t>July 03, 2026</a:t>
            </a:r>
          </a:p>
        </p:txBody>
      </p:sp>
      <p:sp>
        <p:nvSpPr>
          <p:cNvPr id="5" name="TextBox 4"/>
          <p:cNvSpPr txBox="1"/>
          <p:nvPr/>
        </p:nvSpPr>
        <p:spPr>
          <a:xfrm>
            <a:off x="749808" y="3493008"/>
            <a:ext cx="7772400" cy="365760"/>
          </a:xfrm>
          <a:prstGeom prst="rect">
            <a:avLst/>
          </a:prstGeom>
          <a:noFill/>
        </p:spPr>
        <p:txBody>
          <a:bodyPr wrap="square"/>
          <a:lstStyle/>
          <a:p>
            <a:pPr algn="l"/>
            <a:r>
              <a:rPr sz="1100" b="0" i="1">
                <a:solidFill>
                  <a:srgbClr val="FFFFFF"/>
                </a:solidFill>
              </a:rPr>
              <a:t>NSCLC  ·  United States  ·  ADC (Antibody-Drug Conjugate)  ·  2028–2034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Executive Summary</a:t>
            </a:r>
          </a:p>
        </p:txBody>
      </p:sp>
      <p:sp>
        <p:nvSpPr>
          <p:cNvPr id="5" name="Rectangle 4"/>
          <p:cNvSpPr/>
          <p:nvPr/>
        </p:nvSpPr>
        <p:spPr>
          <a:xfrm>
            <a:off x="0" y="5212080"/>
            <a:ext cx="1219200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12080"/>
            <a:ext cx="36576" cy="731520"/>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257800"/>
            <a:ext cx="1737360" cy="164592"/>
          </a:xfrm>
          <a:prstGeom prst="rect">
            <a:avLst/>
          </a:prstGeom>
          <a:noFill/>
        </p:spPr>
        <p:txBody>
          <a:bodyPr wrap="square"/>
          <a:lstStyle/>
          <a:p>
            <a:pPr algn="l"/>
            <a:r>
              <a:rPr sz="650" b="1" i="0">
                <a:solidFill>
                  <a:srgbClr val="5D6D7E"/>
                </a:solidFill>
              </a:rPr>
              <a:t>EXECUTIVE SUMMARY</a:t>
            </a:r>
          </a:p>
        </p:txBody>
      </p:sp>
      <p:sp>
        <p:nvSpPr>
          <p:cNvPr id="8" name="TextBox 7"/>
          <p:cNvSpPr txBox="1"/>
          <p:nvPr/>
        </p:nvSpPr>
        <p:spPr>
          <a:xfrm>
            <a:off x="164592" y="5413248"/>
            <a:ext cx="11862816" cy="493776"/>
          </a:xfrm>
          <a:prstGeom prst="rect">
            <a:avLst/>
          </a:prstGeom>
          <a:noFill/>
        </p:spPr>
        <p:txBody>
          <a:bodyPr wrap="square"/>
          <a:lstStyle/>
          <a:p>
            <a:pPr algn="l"/>
            <a:r>
              <a:rPr sz="900" b="0" i="0">
                <a:solidFill>
                  <a:srgbClr val="2C3E50"/>
                </a:solidFill>
              </a:rPr>
              <a:t>TUB-040 is forecast to achieve $1.4B net peak sales by 2034 in US NSCLC, representing a 6-year ramp from 2028 launch. The ADC mechanism and indicated patient population support penetration of ~10K treated patients at peak, generating $1.787B gross sales with 78% net price realization.</a:t>
            </a:r>
          </a:p>
        </p:txBody>
      </p:sp>
      <p:sp>
        <p:nvSpPr>
          <p:cNvPr id="9" name="TextBox 8"/>
          <p:cNvSpPr txBox="1"/>
          <p:nvPr/>
        </p:nvSpPr>
        <p:spPr>
          <a:xfrm>
            <a:off x="365760" y="658368"/>
            <a:ext cx="11460480" cy="256032"/>
          </a:xfrm>
          <a:prstGeom prst="rect">
            <a:avLst/>
          </a:prstGeom>
          <a:noFill/>
        </p:spPr>
        <p:txBody>
          <a:bodyPr wrap="square"/>
          <a:lstStyle/>
          <a:p>
            <a:pPr algn="l"/>
            <a:r>
              <a:rPr sz="900" b="0" i="1">
                <a:solidFill>
                  <a:srgbClr val="5D6D7E"/>
                </a:solidFill>
              </a:rPr>
              <a:t>TUB-040  ·  NSCLC  ·  United States  ·  ADC (Antibody-Drug Conjugate)  ·  2028–2034</a:t>
            </a:r>
          </a:p>
        </p:txBody>
      </p:sp>
      <p:sp>
        <p:nvSpPr>
          <p:cNvPr id="10" name="Rectangle 9"/>
          <p:cNvSpPr/>
          <p:nvPr/>
        </p:nvSpPr>
        <p:spPr>
          <a:xfrm>
            <a:off x="393192"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 y="1737360"/>
            <a:ext cx="2606040" cy="1261872"/>
          </a:xfrm>
          <a:prstGeom prst="roundRect">
            <a:avLst>
              <a:gd name="adj" fmla="val 6000"/>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73736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1828800"/>
            <a:ext cx="2377440" cy="256032"/>
          </a:xfrm>
          <a:prstGeom prst="rect">
            <a:avLst/>
          </a:prstGeom>
          <a:noFill/>
        </p:spPr>
        <p:txBody>
          <a:bodyPr wrap="square"/>
          <a:lstStyle/>
          <a:p>
            <a:pPr algn="l"/>
            <a:r>
              <a:rPr sz="800" b="1" i="0">
                <a:solidFill>
                  <a:srgbClr val="FFFFFF"/>
                </a:solidFill>
              </a:rPr>
              <a:t>PEAK NET SALES</a:t>
            </a:r>
          </a:p>
        </p:txBody>
      </p:sp>
      <p:sp>
        <p:nvSpPr>
          <p:cNvPr id="14" name="TextBox 13"/>
          <p:cNvSpPr txBox="1"/>
          <p:nvPr/>
        </p:nvSpPr>
        <p:spPr>
          <a:xfrm>
            <a:off x="457200" y="2029968"/>
            <a:ext cx="2423160" cy="658368"/>
          </a:xfrm>
          <a:prstGeom prst="rect">
            <a:avLst/>
          </a:prstGeom>
          <a:noFill/>
        </p:spPr>
        <p:txBody>
          <a:bodyPr wrap="square"/>
          <a:lstStyle/>
          <a:p>
            <a:pPr algn="ctr"/>
            <a:r>
              <a:rPr sz="2400" b="1" i="0">
                <a:solidFill>
                  <a:srgbClr val="FFFFFF"/>
                </a:solidFill>
              </a:rPr>
              <a:t>$1,394M</a:t>
            </a:r>
          </a:p>
        </p:txBody>
      </p:sp>
      <p:sp>
        <p:nvSpPr>
          <p:cNvPr id="15" name="TextBox 14"/>
          <p:cNvSpPr txBox="1"/>
          <p:nvPr/>
        </p:nvSpPr>
        <p:spPr>
          <a:xfrm>
            <a:off x="502920" y="2606040"/>
            <a:ext cx="2331720" cy="256032"/>
          </a:xfrm>
          <a:prstGeom prst="rect">
            <a:avLst/>
          </a:prstGeom>
          <a:noFill/>
        </p:spPr>
        <p:txBody>
          <a:bodyPr wrap="square"/>
          <a:lstStyle/>
          <a:p>
            <a:pPr algn="ctr"/>
            <a:r>
              <a:rPr sz="800" b="0" i="1">
                <a:solidFill>
                  <a:srgbClr val="FFFFFF"/>
                </a:solidFill>
              </a:rPr>
              <a:t>Year 2034</a:t>
            </a:r>
          </a:p>
        </p:txBody>
      </p:sp>
      <p:sp>
        <p:nvSpPr>
          <p:cNvPr id="16" name="Rectangle 15"/>
          <p:cNvSpPr/>
          <p:nvPr/>
        </p:nvSpPr>
        <p:spPr>
          <a:xfrm>
            <a:off x="3200400" y="176479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172968" y="1737360"/>
            <a:ext cx="2606040" cy="1261872"/>
          </a:xfrm>
          <a:prstGeom prst="roundRect">
            <a:avLst>
              <a:gd name="adj" fmla="val 6000"/>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72968" y="1737360"/>
            <a:ext cx="2606040" cy="50292"/>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37560" y="1828800"/>
            <a:ext cx="2377440" cy="256032"/>
          </a:xfrm>
          <a:prstGeom prst="rect">
            <a:avLst/>
          </a:prstGeom>
          <a:noFill/>
        </p:spPr>
        <p:txBody>
          <a:bodyPr wrap="square"/>
          <a:lstStyle/>
          <a:p>
            <a:pPr algn="l"/>
            <a:r>
              <a:rPr sz="800" b="1" i="0">
                <a:solidFill>
                  <a:srgbClr val="FFFFFF"/>
                </a:solidFill>
              </a:rPr>
              <a:t>PEAK GROSS SALES</a:t>
            </a:r>
          </a:p>
        </p:txBody>
      </p:sp>
      <p:sp>
        <p:nvSpPr>
          <p:cNvPr id="20" name="TextBox 19"/>
          <p:cNvSpPr txBox="1"/>
          <p:nvPr/>
        </p:nvSpPr>
        <p:spPr>
          <a:xfrm>
            <a:off x="3264408" y="2029968"/>
            <a:ext cx="2423160" cy="658368"/>
          </a:xfrm>
          <a:prstGeom prst="rect">
            <a:avLst/>
          </a:prstGeom>
          <a:noFill/>
        </p:spPr>
        <p:txBody>
          <a:bodyPr wrap="square"/>
          <a:lstStyle/>
          <a:p>
            <a:pPr algn="ctr"/>
            <a:r>
              <a:rPr sz="2400" b="1" i="0">
                <a:solidFill>
                  <a:srgbClr val="FFFFFF"/>
                </a:solidFill>
              </a:rPr>
              <a:t>$1,787M</a:t>
            </a:r>
          </a:p>
        </p:txBody>
      </p:sp>
      <p:sp>
        <p:nvSpPr>
          <p:cNvPr id="21" name="TextBox 20"/>
          <p:cNvSpPr txBox="1"/>
          <p:nvPr/>
        </p:nvSpPr>
        <p:spPr>
          <a:xfrm>
            <a:off x="3310128" y="2606040"/>
            <a:ext cx="2331720" cy="256032"/>
          </a:xfrm>
          <a:prstGeom prst="rect">
            <a:avLst/>
          </a:prstGeom>
          <a:noFill/>
        </p:spPr>
        <p:txBody>
          <a:bodyPr wrap="square"/>
          <a:lstStyle/>
          <a:p>
            <a:pPr algn="ctr"/>
            <a:r>
              <a:rPr sz="800" b="0" i="1">
                <a:solidFill>
                  <a:srgbClr val="FFFFFF"/>
                </a:solidFill>
              </a:rPr>
              <a:t>Before 22% discount</a:t>
            </a:r>
          </a:p>
        </p:txBody>
      </p:sp>
      <p:sp>
        <p:nvSpPr>
          <p:cNvPr id="22" name="Rectangle 21"/>
          <p:cNvSpPr/>
          <p:nvPr/>
        </p:nvSpPr>
        <p:spPr>
          <a:xfrm>
            <a:off x="393192"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65760" y="3200400"/>
            <a:ext cx="2606040" cy="1261872"/>
          </a:xfrm>
          <a:prstGeom prst="roundRect">
            <a:avLst>
              <a:gd name="adj" fmla="val 6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200400"/>
            <a:ext cx="2606040" cy="50292"/>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291840"/>
            <a:ext cx="2377440" cy="256032"/>
          </a:xfrm>
          <a:prstGeom prst="rect">
            <a:avLst/>
          </a:prstGeom>
          <a:noFill/>
        </p:spPr>
        <p:txBody>
          <a:bodyPr wrap="square"/>
          <a:lstStyle/>
          <a:p>
            <a:pPr algn="l"/>
            <a:r>
              <a:rPr sz="800" b="1" i="0">
                <a:solidFill>
                  <a:srgbClr val="FFFFFF"/>
                </a:solidFill>
              </a:rPr>
              <a:t>PEAK TREATED PATIENTS</a:t>
            </a:r>
          </a:p>
        </p:txBody>
      </p:sp>
      <p:sp>
        <p:nvSpPr>
          <p:cNvPr id="26" name="TextBox 25"/>
          <p:cNvSpPr txBox="1"/>
          <p:nvPr/>
        </p:nvSpPr>
        <p:spPr>
          <a:xfrm>
            <a:off x="457200" y="3493008"/>
            <a:ext cx="2423160" cy="658368"/>
          </a:xfrm>
          <a:prstGeom prst="rect">
            <a:avLst/>
          </a:prstGeom>
          <a:noFill/>
        </p:spPr>
        <p:txBody>
          <a:bodyPr wrap="square"/>
          <a:lstStyle/>
          <a:p>
            <a:pPr algn="ctr"/>
            <a:r>
              <a:rPr sz="2400" b="1" i="0">
                <a:solidFill>
                  <a:srgbClr val="FFFFFF"/>
                </a:solidFill>
              </a:rPr>
              <a:t>10,042</a:t>
            </a:r>
          </a:p>
        </p:txBody>
      </p:sp>
      <p:sp>
        <p:nvSpPr>
          <p:cNvPr id="27" name="TextBox 26"/>
          <p:cNvSpPr txBox="1"/>
          <p:nvPr/>
        </p:nvSpPr>
        <p:spPr>
          <a:xfrm>
            <a:off x="502920" y="4069080"/>
            <a:ext cx="2331720" cy="256032"/>
          </a:xfrm>
          <a:prstGeom prst="rect">
            <a:avLst/>
          </a:prstGeom>
          <a:noFill/>
        </p:spPr>
        <p:txBody>
          <a:bodyPr wrap="square"/>
          <a:lstStyle/>
          <a:p>
            <a:pPr algn="ctr"/>
            <a:r>
              <a:rPr sz="800" b="0" i="1">
                <a:solidFill>
                  <a:srgbClr val="FFFFFF"/>
                </a:solidFill>
              </a:rPr>
              <a:t>Treated patients at peak</a:t>
            </a:r>
          </a:p>
        </p:txBody>
      </p:sp>
      <p:sp>
        <p:nvSpPr>
          <p:cNvPr id="28" name="Rectangle 27"/>
          <p:cNvSpPr/>
          <p:nvPr/>
        </p:nvSpPr>
        <p:spPr>
          <a:xfrm>
            <a:off x="3200400" y="3227832"/>
            <a:ext cx="2606040" cy="1261872"/>
          </a:xfrm>
          <a:prstGeom prst="rect">
            <a:avLst/>
          </a:prstGeom>
          <a:solidFill>
            <a:srgbClr val="CC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172968" y="3200400"/>
            <a:ext cx="2606040" cy="1261872"/>
          </a:xfrm>
          <a:prstGeom prst="roundRect">
            <a:avLst>
              <a:gd name="adj" fmla="val 6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72968" y="3200400"/>
            <a:ext cx="2606040" cy="50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7560" y="3291840"/>
            <a:ext cx="2377440" cy="256032"/>
          </a:xfrm>
          <a:prstGeom prst="rect">
            <a:avLst/>
          </a:prstGeom>
          <a:noFill/>
        </p:spPr>
        <p:txBody>
          <a:bodyPr wrap="square"/>
          <a:lstStyle/>
          <a:p>
            <a:pPr algn="l"/>
            <a:r>
              <a:rPr sz="800" b="1" i="0">
                <a:solidFill>
                  <a:srgbClr val="FFFFFF"/>
                </a:solidFill>
              </a:rPr>
              <a:t>DISCOUNT / REBATE</a:t>
            </a:r>
          </a:p>
        </p:txBody>
      </p:sp>
      <p:sp>
        <p:nvSpPr>
          <p:cNvPr id="32" name="TextBox 31"/>
          <p:cNvSpPr txBox="1"/>
          <p:nvPr/>
        </p:nvSpPr>
        <p:spPr>
          <a:xfrm>
            <a:off x="3264408" y="3493008"/>
            <a:ext cx="2423160" cy="658368"/>
          </a:xfrm>
          <a:prstGeom prst="rect">
            <a:avLst/>
          </a:prstGeom>
          <a:noFill/>
        </p:spPr>
        <p:txBody>
          <a:bodyPr wrap="square"/>
          <a:lstStyle/>
          <a:p>
            <a:pPr algn="ctr"/>
            <a:r>
              <a:rPr sz="2400" b="1" i="0">
                <a:solidFill>
                  <a:srgbClr val="FFFFFF"/>
                </a:solidFill>
              </a:rPr>
              <a:t>22%</a:t>
            </a:r>
          </a:p>
        </p:txBody>
      </p:sp>
      <p:sp>
        <p:nvSpPr>
          <p:cNvPr id="33" name="TextBox 32"/>
          <p:cNvSpPr txBox="1"/>
          <p:nvPr/>
        </p:nvSpPr>
        <p:spPr>
          <a:xfrm>
            <a:off x="3310128" y="4069080"/>
            <a:ext cx="2331720" cy="256032"/>
          </a:xfrm>
          <a:prstGeom prst="rect">
            <a:avLst/>
          </a:prstGeom>
          <a:noFill/>
        </p:spPr>
        <p:txBody>
          <a:bodyPr wrap="square"/>
          <a:lstStyle/>
          <a:p>
            <a:pPr algn="ctr"/>
            <a:r>
              <a:rPr sz="800" b="0" i="1">
                <a:solidFill>
                  <a:srgbClr val="FFFFFF"/>
                </a:solidFill>
              </a:rPr>
              <a:t>Commercial rebate rate</a:t>
            </a:r>
          </a:p>
        </p:txBody>
      </p:sp>
      <p:sp>
        <p:nvSpPr>
          <p:cNvPr id="34" name="Rounded Rectangle 33"/>
          <p:cNvSpPr/>
          <p:nvPr/>
        </p:nvSpPr>
        <p:spPr>
          <a:xfrm>
            <a:off x="5980176" y="1737360"/>
            <a:ext cx="5846064" cy="2724912"/>
          </a:xfrm>
          <a:prstGeom prst="roundRect">
            <a:avLst>
              <a:gd name="adj" fmla="val 6000"/>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1874520"/>
            <a:ext cx="5571744" cy="228600"/>
          </a:xfrm>
          <a:prstGeom prst="rect">
            <a:avLst/>
          </a:prstGeom>
          <a:noFill/>
        </p:spPr>
        <p:txBody>
          <a:bodyPr wrap="square"/>
          <a:lstStyle/>
          <a:p>
            <a:pPr algn="l"/>
            <a:r>
              <a:rPr sz="800" b="1" i="0">
                <a:solidFill>
                  <a:srgbClr val="1A4F72"/>
                </a:solidFill>
              </a:rPr>
              <a:t>FORECAST DETAILS</a:t>
            </a:r>
          </a:p>
        </p:txBody>
      </p:sp>
      <p:sp>
        <p:nvSpPr>
          <p:cNvPr id="36" name="TextBox 35"/>
          <p:cNvSpPr txBox="1"/>
          <p:nvPr/>
        </p:nvSpPr>
        <p:spPr>
          <a:xfrm>
            <a:off x="6144768" y="2121408"/>
            <a:ext cx="914400" cy="256032"/>
          </a:xfrm>
          <a:prstGeom prst="rect">
            <a:avLst/>
          </a:prstGeom>
          <a:noFill/>
        </p:spPr>
        <p:txBody>
          <a:bodyPr wrap="square"/>
          <a:lstStyle/>
          <a:p>
            <a:pPr algn="l"/>
            <a:r>
              <a:rPr sz="800" b="1" i="0">
                <a:solidFill>
                  <a:srgbClr val="5D6D7E"/>
                </a:solidFill>
              </a:rPr>
              <a:t>Product:</a:t>
            </a:r>
          </a:p>
        </p:txBody>
      </p:sp>
      <p:sp>
        <p:nvSpPr>
          <p:cNvPr id="37" name="TextBox 36"/>
          <p:cNvSpPr txBox="1"/>
          <p:nvPr/>
        </p:nvSpPr>
        <p:spPr>
          <a:xfrm>
            <a:off x="7031736" y="2121408"/>
            <a:ext cx="4657344" cy="256032"/>
          </a:xfrm>
          <a:prstGeom prst="rect">
            <a:avLst/>
          </a:prstGeom>
          <a:noFill/>
        </p:spPr>
        <p:txBody>
          <a:bodyPr wrap="square"/>
          <a:lstStyle/>
          <a:p>
            <a:pPr algn="l"/>
            <a:r>
              <a:rPr sz="850" b="0" i="0">
                <a:solidFill>
                  <a:srgbClr val="2C3E50"/>
                </a:solidFill>
              </a:rPr>
              <a:t>TUB-040</a:t>
            </a:r>
          </a:p>
        </p:txBody>
      </p:sp>
      <p:sp>
        <p:nvSpPr>
          <p:cNvPr id="38" name="TextBox 37"/>
          <p:cNvSpPr txBox="1"/>
          <p:nvPr/>
        </p:nvSpPr>
        <p:spPr>
          <a:xfrm>
            <a:off x="6144768" y="2395728"/>
            <a:ext cx="914400" cy="256032"/>
          </a:xfrm>
          <a:prstGeom prst="rect">
            <a:avLst/>
          </a:prstGeom>
          <a:noFill/>
        </p:spPr>
        <p:txBody>
          <a:bodyPr wrap="square"/>
          <a:lstStyle/>
          <a:p>
            <a:pPr algn="l"/>
            <a:r>
              <a:rPr sz="800" b="1" i="0">
                <a:solidFill>
                  <a:srgbClr val="5D6D7E"/>
                </a:solidFill>
              </a:rPr>
              <a:t>Indication:</a:t>
            </a:r>
          </a:p>
        </p:txBody>
      </p:sp>
      <p:sp>
        <p:nvSpPr>
          <p:cNvPr id="39" name="TextBox 38"/>
          <p:cNvSpPr txBox="1"/>
          <p:nvPr/>
        </p:nvSpPr>
        <p:spPr>
          <a:xfrm>
            <a:off x="7031736" y="2395728"/>
            <a:ext cx="4657344" cy="256032"/>
          </a:xfrm>
          <a:prstGeom prst="rect">
            <a:avLst/>
          </a:prstGeom>
          <a:noFill/>
        </p:spPr>
        <p:txBody>
          <a:bodyPr wrap="square"/>
          <a:lstStyle/>
          <a:p>
            <a:pPr algn="l"/>
            <a:r>
              <a:rPr sz="850" b="0" i="0">
                <a:solidFill>
                  <a:srgbClr val="2C3E50"/>
                </a:solidFill>
              </a:rPr>
              <a:t>NSCLC</a:t>
            </a:r>
          </a:p>
        </p:txBody>
      </p:sp>
      <p:sp>
        <p:nvSpPr>
          <p:cNvPr id="40" name="TextBox 39"/>
          <p:cNvSpPr txBox="1"/>
          <p:nvPr/>
        </p:nvSpPr>
        <p:spPr>
          <a:xfrm>
            <a:off x="6144768" y="2670048"/>
            <a:ext cx="914400" cy="256032"/>
          </a:xfrm>
          <a:prstGeom prst="rect">
            <a:avLst/>
          </a:prstGeom>
          <a:noFill/>
        </p:spPr>
        <p:txBody>
          <a:bodyPr wrap="square"/>
          <a:lstStyle/>
          <a:p>
            <a:pPr algn="l"/>
            <a:r>
              <a:rPr sz="800" b="1" i="0">
                <a:solidFill>
                  <a:srgbClr val="5D6D7E"/>
                </a:solidFill>
              </a:rPr>
              <a:t>Country:</a:t>
            </a:r>
          </a:p>
        </p:txBody>
      </p:sp>
      <p:sp>
        <p:nvSpPr>
          <p:cNvPr id="41" name="TextBox 40"/>
          <p:cNvSpPr txBox="1"/>
          <p:nvPr/>
        </p:nvSpPr>
        <p:spPr>
          <a:xfrm>
            <a:off x="7031736" y="2670048"/>
            <a:ext cx="4657344" cy="256032"/>
          </a:xfrm>
          <a:prstGeom prst="rect">
            <a:avLst/>
          </a:prstGeom>
          <a:noFill/>
        </p:spPr>
        <p:txBody>
          <a:bodyPr wrap="square"/>
          <a:lstStyle/>
          <a:p>
            <a:pPr algn="l"/>
            <a:r>
              <a:rPr sz="850" b="0" i="0">
                <a:solidFill>
                  <a:srgbClr val="2C3E50"/>
                </a:solidFill>
              </a:rPr>
              <a:t>United States</a:t>
            </a:r>
          </a:p>
        </p:txBody>
      </p:sp>
      <p:sp>
        <p:nvSpPr>
          <p:cNvPr id="42" name="TextBox 41"/>
          <p:cNvSpPr txBox="1"/>
          <p:nvPr/>
        </p:nvSpPr>
        <p:spPr>
          <a:xfrm>
            <a:off x="6144768" y="2944368"/>
            <a:ext cx="914400" cy="256032"/>
          </a:xfrm>
          <a:prstGeom prst="rect">
            <a:avLst/>
          </a:prstGeom>
          <a:noFill/>
        </p:spPr>
        <p:txBody>
          <a:bodyPr wrap="square"/>
          <a:lstStyle/>
          <a:p>
            <a:pPr algn="l"/>
            <a:r>
              <a:rPr sz="800" b="1" i="0">
                <a:solidFill>
                  <a:srgbClr val="5D6D7E"/>
                </a:solidFill>
              </a:rPr>
              <a:t>Class/MoA:</a:t>
            </a:r>
          </a:p>
        </p:txBody>
      </p:sp>
      <p:sp>
        <p:nvSpPr>
          <p:cNvPr id="43" name="TextBox 42"/>
          <p:cNvSpPr txBox="1"/>
          <p:nvPr/>
        </p:nvSpPr>
        <p:spPr>
          <a:xfrm>
            <a:off x="7031736" y="2944368"/>
            <a:ext cx="4657344" cy="256032"/>
          </a:xfrm>
          <a:prstGeom prst="rect">
            <a:avLst/>
          </a:prstGeom>
          <a:noFill/>
        </p:spPr>
        <p:txBody>
          <a:bodyPr wrap="square"/>
          <a:lstStyle/>
          <a:p>
            <a:pPr algn="l"/>
            <a:r>
              <a:rPr sz="850" b="0" i="0">
                <a:solidFill>
                  <a:srgbClr val="2C3E50"/>
                </a:solidFill>
              </a:rPr>
              <a:t>ADC (Antibody-Drug Conjugate)</a:t>
            </a:r>
          </a:p>
        </p:txBody>
      </p:sp>
      <p:sp>
        <p:nvSpPr>
          <p:cNvPr id="44" name="TextBox 43"/>
          <p:cNvSpPr txBox="1"/>
          <p:nvPr/>
        </p:nvSpPr>
        <p:spPr>
          <a:xfrm>
            <a:off x="6144768" y="3218688"/>
            <a:ext cx="914400" cy="256032"/>
          </a:xfrm>
          <a:prstGeom prst="rect">
            <a:avLst/>
          </a:prstGeom>
          <a:noFill/>
        </p:spPr>
        <p:txBody>
          <a:bodyPr wrap="square"/>
          <a:lstStyle/>
          <a:p>
            <a:pPr algn="l"/>
            <a:r>
              <a:rPr sz="800" b="1" i="0">
                <a:solidFill>
                  <a:srgbClr val="5D6D7E"/>
                </a:solidFill>
              </a:rPr>
              <a:t>Launch:</a:t>
            </a:r>
          </a:p>
        </p:txBody>
      </p:sp>
      <p:sp>
        <p:nvSpPr>
          <p:cNvPr id="45" name="TextBox 44"/>
          <p:cNvSpPr txBox="1"/>
          <p:nvPr/>
        </p:nvSpPr>
        <p:spPr>
          <a:xfrm>
            <a:off x="7031736" y="3218688"/>
            <a:ext cx="4657344" cy="256032"/>
          </a:xfrm>
          <a:prstGeom prst="rect">
            <a:avLst/>
          </a:prstGeom>
          <a:noFill/>
        </p:spPr>
        <p:txBody>
          <a:bodyPr wrap="square"/>
          <a:lstStyle/>
          <a:p>
            <a:pPr algn="l"/>
            <a:r>
              <a:rPr sz="850" b="0" i="0">
                <a:solidFill>
                  <a:srgbClr val="2C3E50"/>
                </a:solidFill>
              </a:rPr>
              <a:t>2028</a:t>
            </a:r>
          </a:p>
        </p:txBody>
      </p:sp>
      <p:sp>
        <p:nvSpPr>
          <p:cNvPr id="46" name="TextBox 45"/>
          <p:cNvSpPr txBox="1"/>
          <p:nvPr/>
        </p:nvSpPr>
        <p:spPr>
          <a:xfrm>
            <a:off x="6144768" y="3493008"/>
            <a:ext cx="914400" cy="256032"/>
          </a:xfrm>
          <a:prstGeom prst="rect">
            <a:avLst/>
          </a:prstGeom>
          <a:noFill/>
        </p:spPr>
        <p:txBody>
          <a:bodyPr wrap="square"/>
          <a:lstStyle/>
          <a:p>
            <a:pPr algn="l"/>
            <a:r>
              <a:rPr sz="800" b="1" i="0">
                <a:solidFill>
                  <a:srgbClr val="5D6D7E"/>
                </a:solidFill>
              </a:rPr>
              <a:t>Peak Year:</a:t>
            </a:r>
          </a:p>
        </p:txBody>
      </p:sp>
      <p:sp>
        <p:nvSpPr>
          <p:cNvPr id="47" name="TextBox 46"/>
          <p:cNvSpPr txBox="1"/>
          <p:nvPr/>
        </p:nvSpPr>
        <p:spPr>
          <a:xfrm>
            <a:off x="7031736" y="3493008"/>
            <a:ext cx="4657344" cy="256032"/>
          </a:xfrm>
          <a:prstGeom prst="rect">
            <a:avLst/>
          </a:prstGeom>
          <a:noFill/>
        </p:spPr>
        <p:txBody>
          <a:bodyPr wrap="square"/>
          <a:lstStyle/>
          <a:p>
            <a:pPr algn="l"/>
            <a:r>
              <a:rPr sz="850" b="0" i="0">
                <a:solidFill>
                  <a:srgbClr val="2C3E50"/>
                </a:solidFill>
              </a:rPr>
              <a:t>2034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Assumptions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Key Forecast Assumptions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ASSUMPTIONS COMMENTARY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The 22% discount/rebate envelope reflects current US payer contracting intensity for oncology ADCs and anticipated managed care pressure. Net price realization of 78% is conservative relative to established NSCLC therapeutics but accounts for competitive formulary positioning and potential biosimilar/generic competitive dynamics post-2034.</a:t>
            </a:r>
          </a:p>
        </p:txBody>
      </p:sp>
      <p:graphicFrame>
        <p:nvGraphicFramePr>
          <p:cNvPr id="9" name="Table 8"/>
          <p:cNvGraphicFramePr>
            <a:graphicFrameLocks noGrp="1"/>
          </p:cNvGraphicFramePr>
          <p:nvPr/>
        </p:nvGraphicFramePr>
        <p:xfrm>
          <a:off x="365760" y="768096"/>
          <a:ext cx="11460479" cy="4407408"/>
        </p:xfrm>
        <a:graphic>
          <a:graphicData uri="http://schemas.openxmlformats.org/drawingml/2006/table">
            <a:tbl>
              <a:tblPr firstRow="1" bandRow="1">
                <a:tableStyleId>{5C22544A-7EE6-4342-B048-85BDC9FD1C3A}</a:tableStyleId>
              </a:tblPr>
              <a:tblGrid>
                <a:gridCol w="2521305"/>
                <a:gridCol w="1489862"/>
                <a:gridCol w="2292096"/>
                <a:gridCol w="5157216"/>
              </a:tblGrid>
              <a:tr h="400673">
                <a:tc>
                  <a:txBody>
                    <a:bodyPr/>
                    <a:lstStyle/>
                    <a:p>
                      <a:pPr algn="ctr"/>
                      <a:r>
                        <a:rPr sz="900" b="1">
                          <a:solidFill>
                            <a:srgbClr val="FFFFFF"/>
                          </a:solidFill>
                        </a:rPr>
                        <a:t>Parameter</a:t>
                      </a:r>
                    </a:p>
                  </a:txBody>
                  <a:tcPr>
                    <a:solidFill>
                      <a:srgbClr val="1A4F72"/>
                    </a:solidFill>
                  </a:tcPr>
                </a:tc>
                <a:tc>
                  <a:txBody>
                    <a:bodyPr/>
                    <a:lstStyle/>
                    <a:p>
                      <a:pPr algn="ctr"/>
                      <a:r>
                        <a:rPr sz="900" b="1">
                          <a:solidFill>
                            <a:srgbClr val="FFFFFF"/>
                          </a:solidFill>
                        </a:rPr>
                        <a:t>Value</a:t>
                      </a:r>
                    </a:p>
                  </a:txBody>
                  <a:tcPr>
                    <a:solidFill>
                      <a:srgbClr val="1A4F72"/>
                    </a:solidFill>
                  </a:tcPr>
                </a:tc>
                <a:tc>
                  <a:txBody>
                    <a:bodyPr/>
                    <a:lstStyle/>
                    <a:p>
                      <a:pPr algn="ctr"/>
                      <a:r>
                        <a:rPr sz="900" b="1">
                          <a:solidFill>
                            <a:srgbClr val="FFFFFF"/>
                          </a:solidFill>
                        </a:rPr>
                        <a:t>Range</a:t>
                      </a:r>
                    </a:p>
                  </a:txBody>
                  <a:tcPr>
                    <a:solidFill>
                      <a:srgbClr val="1A4F72"/>
                    </a:solidFill>
                  </a:tcPr>
                </a:tc>
                <a:tc>
                  <a:txBody>
                    <a:bodyPr/>
                    <a:lstStyle/>
                    <a:p>
                      <a:pPr algn="ctr"/>
                      <a:r>
                        <a:rPr sz="900" b="1">
                          <a:solidFill>
                            <a:srgbClr val="FFFFFF"/>
                          </a:solidFill>
                        </a:rPr>
                        <a:t>Rationale</a:t>
                      </a:r>
                    </a:p>
                  </a:txBody>
                  <a:tcPr>
                    <a:solidFill>
                      <a:srgbClr val="1A4F72"/>
                    </a:solidFill>
                  </a:tcPr>
                </a:tc>
              </a:tr>
              <a:tr h="400673">
                <a:tc>
                  <a:txBody>
                    <a:bodyPr/>
                    <a:lstStyle/>
                    <a:p>
                      <a:pPr algn="l"/>
                      <a:r>
                        <a:rPr sz="850" b="1">
                          <a:solidFill>
                            <a:srgbClr val="1A4F72"/>
                          </a:solidFill>
                        </a:rPr>
                        <a:t>Population</a:t>
                      </a:r>
                    </a:p>
                  </a:txBody>
                  <a:tcPr>
                    <a:solidFill>
                      <a:srgbClr val="FFFFFF"/>
                    </a:solidFill>
                  </a:tcPr>
                </a:tc>
                <a:tc>
                  <a:txBody>
                    <a:bodyPr/>
                    <a:lstStyle/>
                    <a:p>
                      <a:pPr algn="ctr"/>
                      <a:r>
                        <a:rPr sz="900" b="1">
                          <a:solidFill>
                            <a:srgbClr val="2C3E50"/>
                          </a:solidFill>
                        </a:rPr>
                        <a:t>335,000,000</a:t>
                      </a:r>
                    </a:p>
                  </a:txBody>
                  <a:tcPr>
                    <a:solidFill>
                      <a:srgbClr val="FFFFFF"/>
                    </a:solidFill>
                  </a:tcPr>
                </a:tc>
                <a:tc>
                  <a:txBody>
                    <a:bodyPr/>
                    <a:lstStyle/>
                    <a:p>
                      <a:pPr algn="ctr"/>
                      <a:r>
                        <a:rPr sz="800" b="0">
                          <a:solidFill>
                            <a:srgbClr val="5D6D7E"/>
                          </a:solidFill>
                        </a:rPr>
                        <a:t>31,82,50,000 - 35,17,50,000</a:t>
                      </a:r>
                    </a:p>
                  </a:txBody>
                  <a:tcPr>
                    <a:solidFill>
                      <a:srgbClr val="FFFFFF"/>
                    </a:solidFill>
                  </a:tcPr>
                </a:tc>
                <a:tc>
                  <a:txBody>
                    <a:bodyPr/>
                    <a:lstStyle/>
                    <a:p>
                      <a:pPr algn="l"/>
                      <a:r>
                        <a:rPr sz="800" b="0">
                          <a:solidFill>
                            <a:srgbClr val="2C3E50"/>
                          </a:solidFill>
                        </a:rPr>
                        <a:t>Total population in United States based on 2024 census data.  Source 6,  Source 8</a:t>
                      </a:r>
                    </a:p>
                  </a:txBody>
                  <a:tcPr>
                    <a:solidFill>
                      <a:srgbClr val="FFFFFF"/>
                    </a:solidFill>
                  </a:tcPr>
                </a:tc>
              </a:tr>
              <a:tr h="400673">
                <a:tc>
                  <a:txBody>
                    <a:bodyPr/>
                    <a:lstStyle/>
                    <a:p>
                      <a:pPr algn="l"/>
                      <a:r>
                        <a:rPr sz="850" b="1">
                          <a:solidFill>
                            <a:srgbClr val="1A4F72"/>
                          </a:solidFill>
                        </a:rPr>
                        <a:t>Incidence</a:t>
                      </a:r>
                    </a:p>
                  </a:txBody>
                  <a:tcPr>
                    <a:solidFill>
                      <a:srgbClr val="ECF0F1"/>
                    </a:solidFill>
                  </a:tcPr>
                </a:tc>
                <a:tc>
                  <a:txBody>
                    <a:bodyPr/>
                    <a:lstStyle/>
                    <a:p>
                      <a:pPr algn="ctr"/>
                      <a:r>
                        <a:rPr sz="900" b="1">
                          <a:solidFill>
                            <a:srgbClr val="2C3E50"/>
                          </a:solidFill>
                        </a:rPr>
                        <a:t>0.1%</a:t>
                      </a:r>
                    </a:p>
                  </a:txBody>
                  <a:tcPr>
                    <a:solidFill>
                      <a:srgbClr val="ECF0F1"/>
                    </a:solidFill>
                  </a:tcPr>
                </a:tc>
                <a:tc>
                  <a:txBody>
                    <a:bodyPr/>
                    <a:lstStyle/>
                    <a:p>
                      <a:pPr algn="ctr"/>
                      <a:r>
                        <a:rPr sz="800" b="0">
                          <a:solidFill>
                            <a:srgbClr val="5D6D7E"/>
                          </a:solidFill>
                        </a:rPr>
                        <a:t>0.0006 - 0.0016</a:t>
                      </a:r>
                    </a:p>
                  </a:txBody>
                  <a:tcPr>
                    <a:solidFill>
                      <a:srgbClr val="ECF0F1"/>
                    </a:solidFill>
                  </a:tcPr>
                </a:tc>
                <a:tc>
                  <a:txBody>
                    <a:bodyPr/>
                    <a:lstStyle/>
                    <a:p>
                      <a:pPr algn="l"/>
                      <a:r>
                        <a:rPr sz="800" b="0">
                          <a:solidFill>
                            <a:srgbClr val="2C3E50"/>
                          </a:solidFill>
                        </a:rPr>
                        <a:t>Annual incidence rate for NSCLC.  Source 1</a:t>
                      </a:r>
                    </a:p>
                  </a:txBody>
                  <a:tcPr>
                    <a:solidFill>
                      <a:srgbClr val="ECF0F1"/>
                    </a:solidFill>
                  </a:tcPr>
                </a:tc>
              </a:tr>
              <a:tr h="400673">
                <a:tc>
                  <a:txBody>
                    <a:bodyPr/>
                    <a:lstStyle/>
                    <a:p>
                      <a:pPr algn="l"/>
                      <a:r>
                        <a:rPr sz="850" b="1">
                          <a:solidFill>
                            <a:srgbClr val="1A4F72"/>
                          </a:solidFill>
                        </a:rPr>
                        <a:t>Diagnosis Rate</a:t>
                      </a:r>
                    </a:p>
                  </a:txBody>
                  <a:tcPr>
                    <a:solidFill>
                      <a:srgbClr val="FFFFFF"/>
                    </a:solidFill>
                  </a:tcPr>
                </a:tc>
                <a:tc>
                  <a:txBody>
                    <a:bodyPr/>
                    <a:lstStyle/>
                    <a:p>
                      <a:pPr algn="ctr"/>
                      <a:r>
                        <a:rPr sz="900" b="1">
                          <a:solidFill>
                            <a:srgbClr val="2C3E50"/>
                          </a:solidFill>
                        </a:rPr>
                        <a:t>92.0%</a:t>
                      </a:r>
                    </a:p>
                  </a:txBody>
                  <a:tcPr>
                    <a:solidFill>
                      <a:srgbClr val="FFFFFF"/>
                    </a:solidFill>
                  </a:tcPr>
                </a:tc>
                <a:tc>
                  <a:txBody>
                    <a:bodyPr/>
                    <a:lstStyle/>
                    <a:p>
                      <a:pPr algn="ctr"/>
                      <a:r>
                        <a:rPr sz="800" b="0">
                          <a:solidFill>
                            <a:srgbClr val="5D6D7E"/>
                          </a:solidFill>
                        </a:rPr>
                        <a:t>78% - 101%</a:t>
                      </a:r>
                    </a:p>
                  </a:txBody>
                  <a:tcPr>
                    <a:solidFill>
                      <a:srgbClr val="FFFFFF"/>
                    </a:solidFill>
                  </a:tcPr>
                </a:tc>
                <a:tc>
                  <a:txBody>
                    <a:bodyPr/>
                    <a:lstStyle/>
                    <a:p>
                      <a:pPr algn="l"/>
                      <a:r>
                        <a:rPr sz="800" b="0">
                          <a:solidFill>
                            <a:srgbClr val="2C3E50"/>
                          </a:solidFill>
                        </a:rPr>
                        <a:t>NSCLC diagnosis rates are high in developed healthcare systems. The JAMA Oncol 2021 study ( tracked initial treatment patterns and stage distribution, indicatin</a:t>
                      </a:r>
                    </a:p>
                  </a:txBody>
                  <a:tcPr>
                    <a:solidFill>
                      <a:srgbClr val="FFFFFF"/>
                    </a:solidFill>
                  </a:tcPr>
                </a:tc>
              </a:tr>
              <a:tr h="400673">
                <a:tc>
                  <a:txBody>
                    <a:bodyPr/>
                    <a:lstStyle/>
                    <a:p>
                      <a:pPr algn="l"/>
                      <a:r>
                        <a:rPr sz="850" b="1">
                          <a:solidFill>
                            <a:srgbClr val="1A4F72"/>
                          </a:solidFill>
                        </a:rPr>
                        <a:t>Treatment Rate</a:t>
                      </a:r>
                    </a:p>
                  </a:txBody>
                  <a:tcPr>
                    <a:solidFill>
                      <a:srgbClr val="ECF0F1"/>
                    </a:solidFill>
                  </a:tcPr>
                </a:tc>
                <a:tc>
                  <a:txBody>
                    <a:bodyPr/>
                    <a:lstStyle/>
                    <a:p>
                      <a:pPr algn="ctr"/>
                      <a:r>
                        <a:rPr sz="900" b="1">
                          <a:solidFill>
                            <a:srgbClr val="2C3E50"/>
                          </a:solidFill>
                        </a:rPr>
                        <a:t>78.0%</a:t>
                      </a:r>
                    </a:p>
                  </a:txBody>
                  <a:tcPr>
                    <a:solidFill>
                      <a:srgbClr val="ECF0F1"/>
                    </a:solidFill>
                  </a:tcPr>
                </a:tc>
                <a:tc>
                  <a:txBody>
                    <a:bodyPr/>
                    <a:lstStyle/>
                    <a:p>
                      <a:pPr algn="ctr"/>
                      <a:r>
                        <a:rPr sz="800" b="0">
                          <a:solidFill>
                            <a:srgbClr val="5D6D7E"/>
                          </a:solidFill>
                        </a:rPr>
                        <a:t>62% - 90%</a:t>
                      </a:r>
                    </a:p>
                  </a:txBody>
                  <a:tcPr>
                    <a:solidFill>
                      <a:srgbClr val="ECF0F1"/>
                    </a:solidFill>
                  </a:tcPr>
                </a:tc>
                <a:tc>
                  <a:txBody>
                    <a:bodyPr/>
                    <a:lstStyle/>
                    <a:p>
                      <a:pPr algn="l"/>
                      <a:r>
                        <a:rPr sz="800" b="0">
                          <a:solidFill>
                            <a:srgbClr val="2C3E50"/>
                          </a:solidFill>
                        </a:rPr>
                        <a:t>Treatment initiation varies by stage and patient fitness. The JAMA Oncol 2021 study ( reported initial treatment patterns across NSCLC stages. Approximately one</a:t>
                      </a:r>
                    </a:p>
                  </a:txBody>
                  <a:tcPr>
                    <a:solidFill>
                      <a:srgbClr val="ECF0F1"/>
                    </a:solidFill>
                  </a:tcPr>
                </a:tc>
              </a:tr>
              <a:tr h="400673">
                <a:tc>
                  <a:txBody>
                    <a:bodyPr/>
                    <a:lstStyle/>
                    <a:p>
                      <a:pPr algn="l"/>
                      <a:r>
                        <a:rPr sz="850" b="1">
                          <a:solidFill>
                            <a:srgbClr val="1A4F72"/>
                          </a:solidFill>
                        </a:rPr>
                        <a:t>Eligibility Criteria</a:t>
                      </a:r>
                    </a:p>
                  </a:txBody>
                  <a:tcPr>
                    <a:solidFill>
                      <a:srgbClr val="FFFFFF"/>
                    </a:solidFill>
                  </a:tcPr>
                </a:tc>
                <a:tc>
                  <a:txBody>
                    <a:bodyPr/>
                    <a:lstStyle/>
                    <a:p>
                      <a:pPr algn="ctr"/>
                      <a:r>
                        <a:rPr sz="900" b="1">
                          <a:solidFill>
                            <a:srgbClr val="2C3E50"/>
                          </a:solidFill>
                        </a:rPr>
                        <a:t>55.0%</a:t>
                      </a:r>
                    </a:p>
                  </a:txBody>
                  <a:tcPr>
                    <a:solidFill>
                      <a:srgbClr val="FFFFFF"/>
                    </a:solidFill>
                  </a:tcPr>
                </a:tc>
                <a:tc>
                  <a:txBody>
                    <a:bodyPr/>
                    <a:lstStyle/>
                    <a:p>
                      <a:pPr algn="ctr"/>
                      <a:r>
                        <a:rPr sz="800" b="0">
                          <a:solidFill>
                            <a:srgbClr val="5D6D7E"/>
                          </a:solidFill>
                        </a:rPr>
                        <a:t>41% - 63%</a:t>
                      </a:r>
                    </a:p>
                  </a:txBody>
                  <a:tcPr>
                    <a:solidFill>
                      <a:srgbClr val="FFFFFF"/>
                    </a:solidFill>
                  </a:tcPr>
                </a:tc>
                <a:tc>
                  <a:txBody>
                    <a:bodyPr/>
                    <a:lstStyle/>
                    <a:p>
                      <a:pPr algn="l"/>
                      <a:r>
                        <a:rPr sz="800" b="0">
                          <a:solidFill>
                            <a:srgbClr val="2C3E50"/>
                          </a:solidFill>
                        </a:rPr>
                        <a:t>ADC eligibility in NSCLC is primarily driven by HER2 expression and PD-L1 status. Current ADC approvals (e.g., trastuzumab deruxtecan for HER2-mutant NSCLC) tar</a:t>
                      </a:r>
                    </a:p>
                  </a:txBody>
                  <a:tcPr>
                    <a:solidFill>
                      <a:srgbClr val="FFFFFF"/>
                    </a:solidFill>
                  </a:tcPr>
                </a:tc>
              </a:tr>
              <a:tr h="400673">
                <a:tc>
                  <a:txBody>
                    <a:bodyPr/>
                    <a:lstStyle/>
                    <a:p>
                      <a:pPr algn="l"/>
                      <a:r>
                        <a:rPr sz="850" b="1">
                          <a:solidFill>
                            <a:srgbClr val="1A4F72"/>
                          </a:solidFill>
                        </a:rPr>
                        <a:t>Class Share</a:t>
                      </a:r>
                    </a:p>
                  </a:txBody>
                  <a:tcPr>
                    <a:solidFill>
                      <a:srgbClr val="ECF0F1"/>
                    </a:solidFill>
                  </a:tcPr>
                </a:tc>
                <a:tc>
                  <a:txBody>
                    <a:bodyPr/>
                    <a:lstStyle/>
                    <a:p>
                      <a:pPr algn="ctr"/>
                      <a:r>
                        <a:rPr sz="900" b="1">
                          <a:solidFill>
                            <a:srgbClr val="2C3E50"/>
                          </a:solidFill>
                        </a:rPr>
                        <a:t>18.0%</a:t>
                      </a:r>
                    </a:p>
                  </a:txBody>
                  <a:tcPr>
                    <a:solidFill>
                      <a:srgbClr val="ECF0F1"/>
                    </a:solidFill>
                  </a:tcPr>
                </a:tc>
                <a:tc>
                  <a:txBody>
                    <a:bodyPr/>
                    <a:lstStyle/>
                    <a:p>
                      <a:pPr algn="ctr"/>
                      <a:r>
                        <a:rPr sz="800" b="0">
                          <a:solidFill>
                            <a:srgbClr val="5D6D7E"/>
                          </a:solidFill>
                        </a:rPr>
                        <a:t>20% - 55%</a:t>
                      </a:r>
                    </a:p>
                  </a:txBody>
                  <a:tcPr>
                    <a:solidFill>
                      <a:srgbClr val="ECF0F1"/>
                    </a:solidFill>
                  </a:tcPr>
                </a:tc>
                <a:tc>
                  <a:txBody>
                    <a:bodyPr/>
                    <a:lstStyle/>
                    <a:p>
                      <a:pPr algn="l"/>
                      <a:r>
                        <a:rPr sz="800" b="0">
                          <a:solidFill>
                            <a:srgbClr val="2C3E50"/>
                          </a:solidFill>
                        </a:rPr>
                        <a:t>ADCs represent an emerging class in NSCLC. Current market share is dominated by checkpoint inhibitors (PD-1/PD-L1), targeted therapies (EGFR, ALK, ROS1), and ch</a:t>
                      </a:r>
                    </a:p>
                  </a:txBody>
                  <a:tcPr>
                    <a:solidFill>
                      <a:srgbClr val="ECF0F1"/>
                    </a:solidFill>
                  </a:tcPr>
                </a:tc>
              </a:tr>
              <a:tr h="400673">
                <a:tc>
                  <a:txBody>
                    <a:bodyPr/>
                    <a:lstStyle/>
                    <a:p>
                      <a:pPr algn="l"/>
                      <a:r>
                        <a:rPr sz="850" b="1">
                          <a:solidFill>
                            <a:srgbClr val="1A4F72"/>
                          </a:solidFill>
                        </a:rPr>
                        <a:t>Peak Product Share</a:t>
                      </a:r>
                    </a:p>
                  </a:txBody>
                  <a:tcPr>
                    <a:solidFill>
                      <a:srgbClr val="FFFFFF"/>
                    </a:solidFill>
                  </a:tcPr>
                </a:tc>
                <a:tc>
                  <a:txBody>
                    <a:bodyPr/>
                    <a:lstStyle/>
                    <a:p>
                      <a:pPr algn="ctr"/>
                      <a:r>
                        <a:rPr sz="900" b="1">
                          <a:solidFill>
                            <a:srgbClr val="2C3E50"/>
                          </a:solidFill>
                        </a:rPr>
                        <a:t>42.0%</a:t>
                      </a:r>
                    </a:p>
                  </a:txBody>
                  <a:tcPr>
                    <a:solidFill>
                      <a:srgbClr val="FFFFFF"/>
                    </a:solidFill>
                  </a:tcPr>
                </a:tc>
                <a:tc>
                  <a:txBody>
                    <a:bodyPr/>
                    <a:lstStyle/>
                    <a:p>
                      <a:pPr algn="ctr"/>
                      <a:r>
                        <a:rPr sz="800" b="0">
                          <a:solidFill>
                            <a:srgbClr val="5D6D7E"/>
                          </a:solidFill>
                        </a:rPr>
                        <a:t>15% - 50%</a:t>
                      </a:r>
                    </a:p>
                  </a:txBody>
                  <a:tcPr>
                    <a:solidFill>
                      <a:srgbClr val="FFFFFF"/>
                    </a:solidFill>
                  </a:tcPr>
                </a:tc>
                <a:tc>
                  <a:txBody>
                    <a:bodyPr/>
                    <a:lstStyle/>
                    <a:p>
                      <a:pPr algn="l"/>
                      <a:r>
                        <a:rPr sz="800" b="0">
                          <a:solidFill>
                            <a:srgbClr val="2C3E50"/>
                          </a:solidFill>
                        </a:rPr>
                        <a:t>Within the ADC class, trastuzumab deruxtecan (T-DXd) is the leading approved agent for HER2-mutant NSCLC. Competing ADCs in development include datopotamab deru</a:t>
                      </a:r>
                    </a:p>
                  </a:txBody>
                  <a:tcPr>
                    <a:solidFill>
                      <a:srgbClr val="FFFFFF"/>
                    </a:solidFill>
                  </a:tcPr>
                </a:tc>
              </a:tr>
              <a:tr h="400673">
                <a:tc>
                  <a:txBody>
                    <a:bodyPr/>
                    <a:lstStyle/>
                    <a:p>
                      <a:pPr algn="l"/>
                      <a:r>
                        <a:rPr sz="850" b="1">
                          <a:solidFill>
                            <a:srgbClr val="1A4F72"/>
                          </a:solidFill>
                        </a:rPr>
                        <a:t>Annual Cost Per Patient</a:t>
                      </a:r>
                    </a:p>
                  </a:txBody>
                  <a:tcPr>
                    <a:solidFill>
                      <a:srgbClr val="ECF0F1"/>
                    </a:solidFill>
                  </a:tcPr>
                </a:tc>
                <a:tc>
                  <a:txBody>
                    <a:bodyPr/>
                    <a:lstStyle/>
                    <a:p>
                      <a:pPr algn="ctr"/>
                      <a:r>
                        <a:rPr sz="900" b="1">
                          <a:solidFill>
                            <a:srgbClr val="2C3E50"/>
                          </a:solidFill>
                        </a:rPr>
                        <a:t>$178,000</a:t>
                      </a:r>
                    </a:p>
                  </a:txBody>
                  <a:tcPr>
                    <a:solidFill>
                      <a:srgbClr val="ECF0F1"/>
                    </a:solidFill>
                  </a:tcPr>
                </a:tc>
                <a:tc>
                  <a:txBody>
                    <a:bodyPr/>
                    <a:lstStyle/>
                    <a:p>
                      <a:pPr algn="ctr"/>
                      <a:r>
                        <a:rPr sz="800" b="0">
                          <a:solidFill>
                            <a:srgbClr val="5D6D7E"/>
                          </a:solidFill>
                        </a:rPr>
                        <a:t>$150,000 - $220,000</a:t>
                      </a:r>
                    </a:p>
                  </a:txBody>
                  <a:tcPr>
                    <a:solidFill>
                      <a:srgbClr val="ECF0F1"/>
                    </a:solidFill>
                  </a:tcPr>
                </a:tc>
                <a:tc>
                  <a:txBody>
                    <a:bodyPr/>
                    <a:lstStyle/>
                    <a:p>
                      <a:pPr algn="l"/>
                      <a:r>
                        <a:rPr sz="800" b="0">
                          <a:solidFill>
                            <a:srgbClr val="2C3E50"/>
                          </a:solidFill>
                        </a:rPr>
                        <a:t>ADC pricing in the US oncology market reflects high-cost biologics with complex manufacturing. Trastuzumab deruxtecan (Enhertu) is priced at approximately $14,8</a:t>
                      </a:r>
                    </a:p>
                  </a:txBody>
                  <a:tcPr>
                    <a:solidFill>
                      <a:srgbClr val="ECF0F1"/>
                    </a:solidFill>
                  </a:tcPr>
                </a:tc>
              </a:tr>
              <a:tr h="400673">
                <a:tc>
                  <a:txBody>
                    <a:bodyPr/>
                    <a:lstStyle/>
                    <a:p>
                      <a:pPr algn="l"/>
                      <a:r>
                        <a:rPr sz="850" b="1">
                          <a:solidFill>
                            <a:srgbClr val="1A4F72"/>
                          </a:solidFill>
                        </a:rPr>
                        <a:t>Discount</a:t>
                      </a:r>
                    </a:p>
                  </a:txBody>
                  <a:tcPr>
                    <a:solidFill>
                      <a:srgbClr val="FFFFFF"/>
                    </a:solidFill>
                  </a:tcPr>
                </a:tc>
                <a:tc>
                  <a:txBody>
                    <a:bodyPr/>
                    <a:lstStyle/>
                    <a:p>
                      <a:pPr algn="ctr"/>
                      <a:r>
                        <a:rPr sz="900" b="1">
                          <a:solidFill>
                            <a:srgbClr val="2C3E50"/>
                          </a:solidFill>
                        </a:rPr>
                        <a:t>22.0%</a:t>
                      </a:r>
                    </a:p>
                  </a:txBody>
                  <a:tcPr>
                    <a:solidFill>
                      <a:srgbClr val="FFFFFF"/>
                    </a:solidFill>
                  </a:tcPr>
                </a:tc>
                <a:tc>
                  <a:txBody>
                    <a:bodyPr/>
                    <a:lstStyle/>
                    <a:p>
                      <a:pPr algn="ctr"/>
                      <a:r>
                        <a:rPr sz="800" b="0">
                          <a:solidFill>
                            <a:srgbClr val="5D6D7E"/>
                          </a:solidFill>
                        </a:rPr>
                        <a:t>15-30%</a:t>
                      </a:r>
                    </a:p>
                  </a:txBody>
                  <a:tcPr>
                    <a:solidFill>
                      <a:srgbClr val="FFFFFF"/>
                    </a:solidFill>
                  </a:tcPr>
                </a:tc>
                <a:tc>
                  <a:txBody>
                    <a:bodyPr/>
                    <a:lstStyle/>
                    <a:p>
                      <a:pPr algn="l"/>
                      <a:r>
                        <a:rPr sz="800" b="0">
                          <a:solidFill>
                            <a:srgbClr val="2C3E50"/>
                          </a:solidFill>
                        </a:rPr>
                        <a:t>US pharmaceutical pricing for oncology ADCs typically includes modest rebates (10–15%) negotiated with pharmacy benefit managers (PBMs) and Medicare. However, l</a:t>
                      </a:r>
                    </a:p>
                  </a:txBody>
                  <a:tcPr>
                    <a:solidFill>
                      <a:srgbClr val="FFFFFF"/>
                    </a:solidFill>
                  </a:tcPr>
                </a:tc>
              </a:tr>
              <a:tr h="400678">
                <a:tc>
                  <a:txBody>
                    <a:bodyPr/>
                    <a:lstStyle/>
                    <a:p>
                      <a:pPr algn="l"/>
                      <a:r>
                        <a:rPr sz="850" b="1">
                          <a:solidFill>
                            <a:srgbClr val="1A4F72"/>
                          </a:solidFill>
                        </a:rPr>
                        <a:t>Adoption Peak Time</a:t>
                      </a:r>
                    </a:p>
                  </a:txBody>
                  <a:tcPr>
                    <a:solidFill>
                      <a:srgbClr val="ECF0F1"/>
                    </a:solidFill>
                  </a:tcPr>
                </a:tc>
                <a:tc>
                  <a:txBody>
                    <a:bodyPr/>
                    <a:lstStyle/>
                    <a:p>
                      <a:pPr algn="ctr"/>
                      <a:r>
                        <a:rPr sz="900" b="1">
                          <a:solidFill>
                            <a:srgbClr val="2C3E50"/>
                          </a:solidFill>
                        </a:rPr>
                        <a:t>6 years</a:t>
                      </a:r>
                    </a:p>
                  </a:txBody>
                  <a:tcPr>
                    <a:solidFill>
                      <a:srgbClr val="ECF0F1"/>
                    </a:solidFill>
                  </a:tcPr>
                </a:tc>
                <a:tc>
                  <a:txBody>
                    <a:bodyPr/>
                    <a:lstStyle/>
                    <a:p>
                      <a:pPr algn="ctr"/>
                      <a:r>
                        <a:rPr sz="800" b="0">
                          <a:solidFill>
                            <a:srgbClr val="5D6D7E"/>
                          </a:solidFill>
                        </a:rPr>
                        <a:t>4 - 8 years</a:t>
                      </a:r>
                    </a:p>
                  </a:txBody>
                  <a:tcPr>
                    <a:solidFill>
                      <a:srgbClr val="ECF0F1"/>
                    </a:solidFill>
                  </a:tcPr>
                </a:tc>
                <a:tc>
                  <a:txBody>
                    <a:bodyPr/>
                    <a:lstStyle/>
                    <a:p>
                      <a:pPr algn="l"/>
                      <a:r>
                        <a:rPr sz="800" b="0">
                          <a:solidFill>
                            <a:srgbClr val="2C3E50"/>
                          </a:solidFill>
                        </a:rPr>
                        <a:t>S-curve adoption from launch to peak.  Source 8</a:t>
                      </a:r>
                    </a:p>
                  </a:txBody>
                  <a:tcPr>
                    <a:solidFill>
                      <a:srgbClr val="ECF0F1"/>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Revenue Forecast ($M)</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net sales of $1.4B imply an average net price of ~$139K per treated patient annually at steady-state, consistent with first-line/maintenance NSCLC treatment value propositions. The $387M gap between gross and net sales underscores the material impact of rebate/discount obligations in the current US reimbursement environment.</a:t>
            </a:r>
          </a:p>
        </p:txBody>
      </p:sp>
      <p:pic>
        <p:nvPicPr>
          <p:cNvPr id="9" name="Picture 8" descr="image.png"/>
          <p:cNvPicPr>
            <a:picLocks noChangeAspect="1"/>
          </p:cNvPicPr>
          <p:nvPr/>
        </p:nvPicPr>
        <p:blipFill>
          <a:blip r:embed="rId2"/>
          <a:stretch>
            <a:fillRect/>
          </a:stretch>
        </p:blipFill>
        <p:spPr>
          <a:xfrm>
            <a:off x="365760" y="694944"/>
            <a:ext cx="11460480" cy="455371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Patient Volume</a:t>
            </a:r>
          </a:p>
        </p:txBody>
      </p:sp>
      <p:sp>
        <p:nvSpPr>
          <p:cNvPr id="5" name="Rectangle 4"/>
          <p:cNvSpPr/>
          <p:nvPr/>
        </p:nvSpPr>
        <p:spPr>
          <a:xfrm>
            <a:off x="0" y="5321808"/>
            <a:ext cx="12192000" cy="62179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321808"/>
            <a:ext cx="36576" cy="621792"/>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67528"/>
            <a:ext cx="1737360" cy="164592"/>
          </a:xfrm>
          <a:prstGeom prst="rect">
            <a:avLst/>
          </a:prstGeom>
          <a:noFill/>
        </p:spPr>
        <p:txBody>
          <a:bodyPr wrap="square"/>
          <a:lstStyle/>
          <a:p>
            <a:pPr algn="l"/>
            <a:r>
              <a:rPr sz="650" b="1" i="0">
                <a:solidFill>
                  <a:srgbClr val="5D6D7E"/>
                </a:solidFill>
              </a:rPr>
              <a:t>KEY INSIGHT</a:t>
            </a:r>
          </a:p>
        </p:txBody>
      </p:sp>
      <p:sp>
        <p:nvSpPr>
          <p:cNvPr id="8" name="TextBox 7"/>
          <p:cNvSpPr txBox="1"/>
          <p:nvPr/>
        </p:nvSpPr>
        <p:spPr>
          <a:xfrm>
            <a:off x="164592" y="5522976"/>
            <a:ext cx="11862816" cy="384048"/>
          </a:xfrm>
          <a:prstGeom prst="rect">
            <a:avLst/>
          </a:prstGeom>
          <a:noFill/>
        </p:spPr>
        <p:txBody>
          <a:bodyPr wrap="square"/>
          <a:lstStyle/>
          <a:p>
            <a:pPr algn="l"/>
            <a:r>
              <a:rPr sz="900" b="0" i="0">
                <a:solidFill>
                  <a:srgbClr val="2C3E50"/>
                </a:solidFill>
              </a:rPr>
              <a:t>Peak penetration of 10,042 treated patients represents addressable market share capture within an estimated US NSCLC population of 335M. This patient volume trajectory assumes successful label positioning, durability of clinical benefit, and competitive differentiation through the ramp period.</a:t>
            </a:r>
          </a:p>
        </p:txBody>
      </p:sp>
      <p:pic>
        <p:nvPicPr>
          <p:cNvPr id="9" name="Picture 8" descr="image.png"/>
          <p:cNvPicPr>
            <a:picLocks noChangeAspect="1"/>
          </p:cNvPicPr>
          <p:nvPr/>
        </p:nvPicPr>
        <p:blipFill>
          <a:blip r:embed="rId2"/>
          <a:stretch>
            <a:fillRect/>
          </a:stretch>
        </p:blipFill>
        <p:spPr>
          <a:xfrm>
            <a:off x="365760" y="694944"/>
            <a:ext cx="11460480" cy="455371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Market Share Ramp (%)</a:t>
            </a:r>
          </a:p>
        </p:txBody>
      </p:sp>
      <p:pic>
        <p:nvPicPr>
          <p:cNvPr id="5" name="Picture 4" descr="image.png"/>
          <p:cNvPicPr>
            <a:picLocks noChangeAspect="1"/>
          </p:cNvPicPr>
          <p:nvPr/>
        </p:nvPicPr>
        <p:blipFill>
          <a:blip r:embed="rId2"/>
          <a:stretch>
            <a:fillRect/>
          </a:stretch>
        </p:blipFill>
        <p:spPr>
          <a:xfrm>
            <a:off x="365760" y="694944"/>
            <a:ext cx="11460480" cy="526694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692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2000" cy="36576"/>
          </a:xfrm>
          <a:prstGeom prst="rect">
            <a:avLst/>
          </a:prstGeom>
          <a:solidFill>
            <a:srgbClr val="C9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51920" cy="457200"/>
          </a:xfrm>
          <a:prstGeom prst="rect">
            <a:avLst/>
          </a:prstGeom>
          <a:noFill/>
        </p:spPr>
        <p:txBody>
          <a:bodyPr wrap="square"/>
          <a:lstStyle/>
          <a:p>
            <a:pPr algn="l"/>
            <a:r>
              <a:rPr sz="2000" b="1" i="0">
                <a:solidFill>
                  <a:srgbClr val="FFFFFF"/>
                </a:solidFill>
              </a:rPr>
              <a:t>Year-by-Year Forecast Results</a:t>
            </a:r>
          </a:p>
        </p:txBody>
      </p:sp>
      <p:sp>
        <p:nvSpPr>
          <p:cNvPr id="5" name="Rectangle 4"/>
          <p:cNvSpPr/>
          <p:nvPr/>
        </p:nvSpPr>
        <p:spPr>
          <a:xfrm>
            <a:off x="0" y="5285232"/>
            <a:ext cx="12192000" cy="65836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285232"/>
            <a:ext cx="36576" cy="658368"/>
          </a:xfrm>
          <a:prstGeom prst="rect">
            <a:avLst/>
          </a:prstGeom>
          <a:solidFill>
            <a:srgbClr val="1A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330952"/>
            <a:ext cx="1737360" cy="164592"/>
          </a:xfrm>
          <a:prstGeom prst="rect">
            <a:avLst/>
          </a:prstGeom>
          <a:noFill/>
        </p:spPr>
        <p:txBody>
          <a:bodyPr wrap="square"/>
          <a:lstStyle/>
          <a:p>
            <a:pPr algn="l"/>
            <a:r>
              <a:rPr sz="650" b="1" i="0">
                <a:solidFill>
                  <a:srgbClr val="5D6D7E"/>
                </a:solidFill>
              </a:rPr>
              <a:t>RESULTS SUMMARY</a:t>
            </a:r>
          </a:p>
        </p:txBody>
      </p:sp>
      <p:sp>
        <p:nvSpPr>
          <p:cNvPr id="8" name="TextBox 7"/>
          <p:cNvSpPr txBox="1"/>
          <p:nvPr/>
        </p:nvSpPr>
        <p:spPr>
          <a:xfrm>
            <a:off x="164592" y="5486400"/>
            <a:ext cx="11862816" cy="420624"/>
          </a:xfrm>
          <a:prstGeom prst="rect">
            <a:avLst/>
          </a:prstGeom>
          <a:noFill/>
        </p:spPr>
        <p:txBody>
          <a:bodyPr wrap="square"/>
          <a:lstStyle/>
          <a:p>
            <a:pPr algn="l"/>
            <a:r>
              <a:rPr sz="900" b="0" i="0">
                <a:solidFill>
                  <a:srgbClr val="2C3E50"/>
                </a:solidFill>
              </a:rPr>
              <a:t>The TUB-040 forecast reflects a blockbuster-tier peak revenue profile supported by measurable patient adoption and disciplined price realization assumptions. 2034 represents a realistic achievement year given current ADC development timelines and typical NSCLC market penetration curves post-launch.</a:t>
            </a:r>
          </a:p>
        </p:txBody>
      </p:sp>
      <p:graphicFrame>
        <p:nvGraphicFramePr>
          <p:cNvPr id="9" name="Table 8"/>
          <p:cNvGraphicFramePr>
            <a:graphicFrameLocks noGrp="1"/>
          </p:cNvGraphicFramePr>
          <p:nvPr/>
        </p:nvGraphicFramePr>
        <p:xfrm>
          <a:off x="365760" y="768096"/>
          <a:ext cx="11460477" cy="4407408"/>
        </p:xfrm>
        <a:graphic>
          <a:graphicData uri="http://schemas.openxmlformats.org/drawingml/2006/table">
            <a:tbl>
              <a:tblPr firstRow="1" bandRow="1">
                <a:tableStyleId>{5C22544A-7EE6-4342-B048-85BDC9FD1C3A}</a:tableStyleId>
              </a:tblPr>
              <a:tblGrid>
                <a:gridCol w="2062886"/>
                <a:gridCol w="1342513"/>
                <a:gridCol w="1342513"/>
                <a:gridCol w="1342513"/>
                <a:gridCol w="1342513"/>
                <a:gridCol w="1342513"/>
                <a:gridCol w="1342513"/>
                <a:gridCol w="1342513"/>
              </a:tblGrid>
              <a:tr h="489712">
                <a:tc>
                  <a:txBody>
                    <a:bodyPr/>
                    <a:lstStyle/>
                    <a:p>
                      <a:pPr algn="ctr"/>
                      <a:r>
                        <a:rPr sz="850" b="1">
                          <a:solidFill>
                            <a:srgbClr val="FFFFFF"/>
                          </a:solidFill>
                        </a:rPr>
                        <a:t>Metric</a:t>
                      </a:r>
                    </a:p>
                  </a:txBody>
                  <a:tcPr>
                    <a:solidFill>
                      <a:srgbClr val="1A4F72"/>
                    </a:solidFill>
                  </a:tcPr>
                </a:tc>
                <a:tc>
                  <a:txBody>
                    <a:bodyPr/>
                    <a:lstStyle/>
                    <a:p>
                      <a:pPr algn="ctr"/>
                      <a:r>
                        <a:rPr sz="850" b="1">
                          <a:solidFill>
                            <a:srgbClr val="FFFFFF"/>
                          </a:solidFill>
                        </a:rPr>
                        <a:t>2028</a:t>
                      </a:r>
                    </a:p>
                  </a:txBody>
                  <a:tcPr>
                    <a:solidFill>
                      <a:srgbClr val="1A4F72"/>
                    </a:solidFill>
                  </a:tcPr>
                </a:tc>
                <a:tc>
                  <a:txBody>
                    <a:bodyPr/>
                    <a:lstStyle/>
                    <a:p>
                      <a:pPr algn="ctr"/>
                      <a:r>
                        <a:rPr sz="850" b="1">
                          <a:solidFill>
                            <a:srgbClr val="FFFFFF"/>
                          </a:solidFill>
                        </a:rPr>
                        <a:t>2029</a:t>
                      </a:r>
                    </a:p>
                  </a:txBody>
                  <a:tcPr>
                    <a:solidFill>
                      <a:srgbClr val="1A4F72"/>
                    </a:solidFill>
                  </a:tcPr>
                </a:tc>
                <a:tc>
                  <a:txBody>
                    <a:bodyPr/>
                    <a:lstStyle/>
                    <a:p>
                      <a:pPr algn="ctr"/>
                      <a:r>
                        <a:rPr sz="850" b="1">
                          <a:solidFill>
                            <a:srgbClr val="FFFFFF"/>
                          </a:solidFill>
                        </a:rPr>
                        <a:t>2030</a:t>
                      </a:r>
                    </a:p>
                  </a:txBody>
                  <a:tcPr>
                    <a:solidFill>
                      <a:srgbClr val="1A4F72"/>
                    </a:solidFill>
                  </a:tcPr>
                </a:tc>
                <a:tc>
                  <a:txBody>
                    <a:bodyPr/>
                    <a:lstStyle/>
                    <a:p>
                      <a:pPr algn="ctr"/>
                      <a:r>
                        <a:rPr sz="850" b="1">
                          <a:solidFill>
                            <a:srgbClr val="FFFFFF"/>
                          </a:solidFill>
                        </a:rPr>
                        <a:t>2031</a:t>
                      </a:r>
                    </a:p>
                  </a:txBody>
                  <a:tcPr>
                    <a:solidFill>
                      <a:srgbClr val="1A4F72"/>
                    </a:solidFill>
                  </a:tcPr>
                </a:tc>
                <a:tc>
                  <a:txBody>
                    <a:bodyPr/>
                    <a:lstStyle/>
                    <a:p>
                      <a:pPr algn="ctr"/>
                      <a:r>
                        <a:rPr sz="850" b="1">
                          <a:solidFill>
                            <a:srgbClr val="FFFFFF"/>
                          </a:solidFill>
                        </a:rPr>
                        <a:t>2032</a:t>
                      </a:r>
                    </a:p>
                  </a:txBody>
                  <a:tcPr>
                    <a:solidFill>
                      <a:srgbClr val="1A4F72"/>
                    </a:solidFill>
                  </a:tcPr>
                </a:tc>
                <a:tc>
                  <a:txBody>
                    <a:bodyPr/>
                    <a:lstStyle/>
                    <a:p>
                      <a:pPr algn="ctr"/>
                      <a:r>
                        <a:rPr sz="850" b="1">
                          <a:solidFill>
                            <a:srgbClr val="FFFFFF"/>
                          </a:solidFill>
                        </a:rPr>
                        <a:t>2033</a:t>
                      </a:r>
                    </a:p>
                  </a:txBody>
                  <a:tcPr>
                    <a:solidFill>
                      <a:srgbClr val="1A4F72"/>
                    </a:solidFill>
                  </a:tcPr>
                </a:tc>
                <a:tc>
                  <a:txBody>
                    <a:bodyPr/>
                    <a:lstStyle/>
                    <a:p>
                      <a:pPr algn="ctr"/>
                      <a:r>
                        <a:rPr sz="850" b="1">
                          <a:solidFill>
                            <a:srgbClr val="FFFFFF"/>
                          </a:solidFill>
                        </a:rPr>
                        <a:t>2034</a:t>
                      </a:r>
                    </a:p>
                  </a:txBody>
                  <a:tcPr>
                    <a:solidFill>
                      <a:srgbClr val="1A4F72"/>
                    </a:solidFill>
                  </a:tcPr>
                </a:tc>
              </a:tr>
              <a:tr h="489712">
                <a:tc>
                  <a:txBody>
                    <a:bodyPr/>
                    <a:lstStyle/>
                    <a:p>
                      <a:pPr algn="l"/>
                      <a:r>
                        <a:rPr sz="850" b="1">
                          <a:solidFill>
                            <a:srgbClr val="2C3E50"/>
                          </a:solidFill>
                        </a:rPr>
                        <a:t>Eligible Pts</a:t>
                      </a:r>
                    </a:p>
                  </a:txBody>
                  <a:tcPr>
                    <a:solidFill>
                      <a:srgbClr val="FFFFFF"/>
                    </a:solidFill>
                  </a:tcPr>
                </a:tc>
                <a:tc>
                  <a:txBody>
                    <a:bodyPr/>
                    <a:lstStyle/>
                    <a:p>
                      <a:pPr algn="r"/>
                      <a:r>
                        <a:rPr sz="850" b="0">
                          <a:solidFill>
                            <a:srgbClr val="2C3E50"/>
                          </a:solidFill>
                        </a:rPr>
                        <a:t>165,272</a:t>
                      </a:r>
                    </a:p>
                  </a:txBody>
                  <a:tcPr>
                    <a:solidFill>
                      <a:srgbClr val="FFFFFF"/>
                    </a:solidFill>
                  </a:tcPr>
                </a:tc>
                <a:tc>
                  <a:txBody>
                    <a:bodyPr/>
                    <a:lstStyle/>
                    <a:p>
                      <a:pPr algn="r"/>
                      <a:r>
                        <a:rPr sz="850" b="0">
                          <a:solidFill>
                            <a:srgbClr val="2C3E50"/>
                          </a:solidFill>
                        </a:rPr>
                        <a:t>166,099</a:t>
                      </a:r>
                    </a:p>
                  </a:txBody>
                  <a:tcPr>
                    <a:solidFill>
                      <a:srgbClr val="FFFFFF"/>
                    </a:solidFill>
                  </a:tcPr>
                </a:tc>
                <a:tc>
                  <a:txBody>
                    <a:bodyPr/>
                    <a:lstStyle/>
                    <a:p>
                      <a:pPr algn="r"/>
                      <a:r>
                        <a:rPr sz="850" b="0">
                          <a:solidFill>
                            <a:srgbClr val="2C3E50"/>
                          </a:solidFill>
                        </a:rPr>
                        <a:t>166,929</a:t>
                      </a:r>
                    </a:p>
                  </a:txBody>
                  <a:tcPr>
                    <a:solidFill>
                      <a:srgbClr val="FFFFFF"/>
                    </a:solidFill>
                  </a:tcPr>
                </a:tc>
                <a:tc>
                  <a:txBody>
                    <a:bodyPr/>
                    <a:lstStyle/>
                    <a:p>
                      <a:pPr algn="r"/>
                      <a:r>
                        <a:rPr sz="850" b="0">
                          <a:solidFill>
                            <a:srgbClr val="2C3E50"/>
                          </a:solidFill>
                        </a:rPr>
                        <a:t>167,764</a:t>
                      </a:r>
                    </a:p>
                  </a:txBody>
                  <a:tcPr>
                    <a:solidFill>
                      <a:srgbClr val="FFFFFF"/>
                    </a:solidFill>
                  </a:tcPr>
                </a:tc>
                <a:tc>
                  <a:txBody>
                    <a:bodyPr/>
                    <a:lstStyle/>
                    <a:p>
                      <a:pPr algn="r"/>
                      <a:r>
                        <a:rPr sz="850" b="0">
                          <a:solidFill>
                            <a:srgbClr val="2C3E50"/>
                          </a:solidFill>
                        </a:rPr>
                        <a:t>168,603</a:t>
                      </a:r>
                    </a:p>
                  </a:txBody>
                  <a:tcPr>
                    <a:solidFill>
                      <a:srgbClr val="FFFFFF"/>
                    </a:solidFill>
                  </a:tcPr>
                </a:tc>
                <a:tc>
                  <a:txBody>
                    <a:bodyPr/>
                    <a:lstStyle/>
                    <a:p>
                      <a:pPr algn="r"/>
                      <a:r>
                        <a:rPr sz="850" b="0">
                          <a:solidFill>
                            <a:srgbClr val="2C3E50"/>
                          </a:solidFill>
                        </a:rPr>
                        <a:t>169,446</a:t>
                      </a:r>
                    </a:p>
                  </a:txBody>
                  <a:tcPr>
                    <a:solidFill>
                      <a:srgbClr val="FFFFFF"/>
                    </a:solidFill>
                  </a:tcPr>
                </a:tc>
                <a:tc>
                  <a:txBody>
                    <a:bodyPr/>
                    <a:lstStyle/>
                    <a:p>
                      <a:pPr algn="r"/>
                      <a:r>
                        <a:rPr sz="850" b="0">
                          <a:solidFill>
                            <a:srgbClr val="2C3E50"/>
                          </a:solidFill>
                        </a:rPr>
                        <a:t>170,293</a:t>
                      </a:r>
                    </a:p>
                  </a:txBody>
                  <a:tcPr>
                    <a:solidFill>
                      <a:srgbClr val="FFFFFF"/>
                    </a:solidFill>
                  </a:tcPr>
                </a:tc>
              </a:tr>
              <a:tr h="489712">
                <a:tc>
                  <a:txBody>
                    <a:bodyPr/>
                    <a:lstStyle/>
                    <a:p>
                      <a:pPr algn="l"/>
                      <a:r>
                        <a:rPr sz="850" b="1">
                          <a:solidFill>
                            <a:srgbClr val="2C3E50"/>
                          </a:solidFill>
                        </a:rPr>
                        <a:t>Class %</a:t>
                      </a:r>
                    </a:p>
                  </a:txBody>
                  <a:tcPr>
                    <a:solidFill>
                      <a:srgbClr val="ECF0F1"/>
                    </a:solidFill>
                  </a:tcPr>
                </a:tc>
                <a:tc>
                  <a:txBody>
                    <a:bodyPr/>
                    <a:lstStyle/>
                    <a:p>
                      <a:pPr algn="r"/>
                      <a:r>
                        <a:rPr sz="850" b="0">
                          <a:solidFill>
                            <a:srgbClr val="2C3E50"/>
                          </a:solidFill>
                        </a:rPr>
                        <a:t>5.0%</a:t>
                      </a:r>
                    </a:p>
                  </a:txBody>
                  <a:tcPr>
                    <a:solidFill>
                      <a:srgbClr val="ECF0F1"/>
                    </a:solidFill>
                  </a:tcPr>
                </a:tc>
                <a:tc>
                  <a:txBody>
                    <a:bodyPr/>
                    <a:lstStyle/>
                    <a:p>
                      <a:pPr algn="r"/>
                      <a:r>
                        <a:rPr sz="850" b="0">
                          <a:solidFill>
                            <a:srgbClr val="2C3E50"/>
                          </a:solidFill>
                        </a:rPr>
                        <a:t>6.3%</a:t>
                      </a:r>
                    </a:p>
                  </a:txBody>
                  <a:tcPr>
                    <a:solidFill>
                      <a:srgbClr val="ECF0F1"/>
                    </a:solidFill>
                  </a:tcPr>
                </a:tc>
                <a:tc>
                  <a:txBody>
                    <a:bodyPr/>
                    <a:lstStyle/>
                    <a:p>
                      <a:pPr algn="r"/>
                      <a:r>
                        <a:rPr sz="850" b="0">
                          <a:solidFill>
                            <a:srgbClr val="2C3E50"/>
                          </a:solidFill>
                        </a:rPr>
                        <a:t>8.5%</a:t>
                      </a:r>
                    </a:p>
                  </a:txBody>
                  <a:tcPr>
                    <a:solidFill>
                      <a:srgbClr val="ECF0F1"/>
                    </a:solidFill>
                  </a:tcPr>
                </a:tc>
                <a:tc>
                  <a:txBody>
                    <a:bodyPr/>
                    <a:lstStyle/>
                    <a:p>
                      <a:pPr algn="r"/>
                      <a:r>
                        <a:rPr sz="850" b="0">
                          <a:solidFill>
                            <a:srgbClr val="2C3E50"/>
                          </a:solidFill>
                        </a:rPr>
                        <a:t>11.5%</a:t>
                      </a:r>
                    </a:p>
                  </a:txBody>
                  <a:tcPr>
                    <a:solidFill>
                      <a:srgbClr val="ECF0F1"/>
                    </a:solidFill>
                  </a:tcPr>
                </a:tc>
                <a:tc>
                  <a:txBody>
                    <a:bodyPr/>
                    <a:lstStyle/>
                    <a:p>
                      <a:pPr algn="r"/>
                      <a:r>
                        <a:rPr sz="850" b="0">
                          <a:solidFill>
                            <a:srgbClr val="2C3E50"/>
                          </a:solidFill>
                        </a:rPr>
                        <a:t>14.5%</a:t>
                      </a:r>
                    </a:p>
                  </a:txBody>
                  <a:tcPr>
                    <a:solidFill>
                      <a:srgbClr val="ECF0F1"/>
                    </a:solidFill>
                  </a:tcPr>
                </a:tc>
                <a:tc>
                  <a:txBody>
                    <a:bodyPr/>
                    <a:lstStyle/>
                    <a:p>
                      <a:pPr algn="r"/>
                      <a:r>
                        <a:rPr sz="850" b="0">
                          <a:solidFill>
                            <a:srgbClr val="2C3E50"/>
                          </a:solidFill>
                        </a:rPr>
                        <a:t>16.7%</a:t>
                      </a:r>
                    </a:p>
                  </a:txBody>
                  <a:tcPr>
                    <a:solidFill>
                      <a:srgbClr val="ECF0F1"/>
                    </a:solidFill>
                  </a:tcPr>
                </a:tc>
                <a:tc>
                  <a:txBody>
                    <a:bodyPr/>
                    <a:lstStyle/>
                    <a:p>
                      <a:pPr algn="r"/>
                      <a:r>
                        <a:rPr sz="850" b="0">
                          <a:solidFill>
                            <a:srgbClr val="2C3E50"/>
                          </a:solidFill>
                        </a:rPr>
                        <a:t>18.0%</a:t>
                      </a:r>
                    </a:p>
                  </a:txBody>
                  <a:tcPr>
                    <a:solidFill>
                      <a:srgbClr val="ECF0F1"/>
                    </a:solidFill>
                  </a:tcPr>
                </a:tc>
              </a:tr>
              <a:tr h="489712">
                <a:tc>
                  <a:txBody>
                    <a:bodyPr/>
                    <a:lstStyle/>
                    <a:p>
                      <a:pPr algn="l"/>
                      <a:r>
                        <a:rPr sz="850" b="1">
                          <a:solidFill>
                            <a:srgbClr val="2C3E50"/>
                          </a:solidFill>
                        </a:rPr>
                        <a:t>Prod %</a:t>
                      </a:r>
                    </a:p>
                  </a:txBody>
                  <a:tcPr>
                    <a:solidFill>
                      <a:srgbClr val="FFFFFF"/>
                    </a:solidFill>
                  </a:tcPr>
                </a:tc>
                <a:tc>
                  <a:txBody>
                    <a:bodyPr/>
                    <a:lstStyle/>
                    <a:p>
                      <a:pPr algn="r"/>
                      <a:r>
                        <a:rPr sz="850" b="0">
                          <a:solidFill>
                            <a:srgbClr val="2C3E50"/>
                          </a:solidFill>
                        </a:rPr>
                        <a:t>3.0%</a:t>
                      </a:r>
                    </a:p>
                  </a:txBody>
                  <a:tcPr>
                    <a:solidFill>
                      <a:srgbClr val="FFFFFF"/>
                    </a:solidFill>
                  </a:tcPr>
                </a:tc>
                <a:tc>
                  <a:txBody>
                    <a:bodyPr/>
                    <a:lstStyle/>
                    <a:p>
                      <a:pPr algn="r"/>
                      <a:r>
                        <a:rPr sz="850" b="0">
                          <a:solidFill>
                            <a:srgbClr val="2C3E50"/>
                          </a:solidFill>
                        </a:rPr>
                        <a:t>6.8%</a:t>
                      </a:r>
                    </a:p>
                  </a:txBody>
                  <a:tcPr>
                    <a:solidFill>
                      <a:srgbClr val="FFFFFF"/>
                    </a:solidFill>
                  </a:tcPr>
                </a:tc>
                <a:tc>
                  <a:txBody>
                    <a:bodyPr/>
                    <a:lstStyle/>
                    <a:p>
                      <a:pPr algn="r"/>
                      <a:r>
                        <a:rPr sz="850" b="0">
                          <a:solidFill>
                            <a:srgbClr val="2C3E50"/>
                          </a:solidFill>
                        </a:rPr>
                        <a:t>13.4%</a:t>
                      </a:r>
                    </a:p>
                  </a:txBody>
                  <a:tcPr>
                    <a:solidFill>
                      <a:srgbClr val="FFFFFF"/>
                    </a:solidFill>
                  </a:tcPr>
                </a:tc>
                <a:tc>
                  <a:txBody>
                    <a:bodyPr/>
                    <a:lstStyle/>
                    <a:p>
                      <a:pPr algn="r"/>
                      <a:r>
                        <a:rPr sz="850" b="0">
                          <a:solidFill>
                            <a:srgbClr val="2C3E50"/>
                          </a:solidFill>
                        </a:rPr>
                        <a:t>22.5%</a:t>
                      </a:r>
                    </a:p>
                  </a:txBody>
                  <a:tcPr>
                    <a:solidFill>
                      <a:srgbClr val="FFFFFF"/>
                    </a:solidFill>
                  </a:tcPr>
                </a:tc>
                <a:tc>
                  <a:txBody>
                    <a:bodyPr/>
                    <a:lstStyle/>
                    <a:p>
                      <a:pPr algn="r"/>
                      <a:r>
                        <a:rPr sz="850" b="0">
                          <a:solidFill>
                            <a:srgbClr val="2C3E50"/>
                          </a:solidFill>
                        </a:rPr>
                        <a:t>31.6%</a:t>
                      </a:r>
                    </a:p>
                  </a:txBody>
                  <a:tcPr>
                    <a:solidFill>
                      <a:srgbClr val="FFFFFF"/>
                    </a:solidFill>
                  </a:tcPr>
                </a:tc>
                <a:tc>
                  <a:txBody>
                    <a:bodyPr/>
                    <a:lstStyle/>
                    <a:p>
                      <a:pPr algn="r"/>
                      <a:r>
                        <a:rPr sz="850" b="0">
                          <a:solidFill>
                            <a:srgbClr val="2C3E50"/>
                          </a:solidFill>
                        </a:rPr>
                        <a:t>38.2%</a:t>
                      </a:r>
                    </a:p>
                  </a:txBody>
                  <a:tcPr>
                    <a:solidFill>
                      <a:srgbClr val="FFFFFF"/>
                    </a:solidFill>
                  </a:tcPr>
                </a:tc>
                <a:tc>
                  <a:txBody>
                    <a:bodyPr/>
                    <a:lstStyle/>
                    <a:p>
                      <a:pPr algn="r"/>
                      <a:r>
                        <a:rPr sz="850" b="0">
                          <a:solidFill>
                            <a:srgbClr val="2C3E50"/>
                          </a:solidFill>
                        </a:rPr>
                        <a:t>42.0%</a:t>
                      </a:r>
                    </a:p>
                  </a:txBody>
                  <a:tcPr>
                    <a:solidFill>
                      <a:srgbClr val="FFFFFF"/>
                    </a:solidFill>
                  </a:tcPr>
                </a:tc>
              </a:tr>
              <a:tr h="489712">
                <a:tc>
                  <a:txBody>
                    <a:bodyPr/>
                    <a:lstStyle/>
                    <a:p>
                      <a:pPr algn="l"/>
                      <a:r>
                        <a:rPr sz="850" b="1">
                          <a:solidFill>
                            <a:srgbClr val="2C3E50"/>
                          </a:solidFill>
                        </a:rPr>
                        <a:t>Treated Pts</a:t>
                      </a:r>
                    </a:p>
                  </a:txBody>
                  <a:tcPr>
                    <a:solidFill>
                      <a:srgbClr val="ECF0F1"/>
                    </a:solidFill>
                  </a:tcPr>
                </a:tc>
                <a:tc>
                  <a:txBody>
                    <a:bodyPr/>
                    <a:lstStyle/>
                    <a:p>
                      <a:pPr algn="r"/>
                      <a:r>
                        <a:rPr sz="850" b="0">
                          <a:solidFill>
                            <a:srgbClr val="2C3E50"/>
                          </a:solidFill>
                        </a:rPr>
                        <a:t>193</a:t>
                      </a:r>
                    </a:p>
                  </a:txBody>
                  <a:tcPr>
                    <a:solidFill>
                      <a:srgbClr val="ECF0F1"/>
                    </a:solidFill>
                  </a:tcPr>
                </a:tc>
                <a:tc>
                  <a:txBody>
                    <a:bodyPr/>
                    <a:lstStyle/>
                    <a:p>
                      <a:pPr algn="r"/>
                      <a:r>
                        <a:rPr sz="850" b="0">
                          <a:solidFill>
                            <a:srgbClr val="2C3E50"/>
                          </a:solidFill>
                        </a:rPr>
                        <a:t>554</a:t>
                      </a:r>
                    </a:p>
                  </a:txBody>
                  <a:tcPr>
                    <a:solidFill>
                      <a:srgbClr val="ECF0F1"/>
                    </a:solidFill>
                  </a:tcPr>
                </a:tc>
                <a:tc>
                  <a:txBody>
                    <a:bodyPr/>
                    <a:lstStyle/>
                    <a:p>
                      <a:pPr algn="r"/>
                      <a:r>
                        <a:rPr sz="850" b="0">
                          <a:solidFill>
                            <a:srgbClr val="2C3E50"/>
                          </a:solidFill>
                        </a:rPr>
                        <a:t>1,484</a:t>
                      </a:r>
                    </a:p>
                  </a:txBody>
                  <a:tcPr>
                    <a:solidFill>
                      <a:srgbClr val="ECF0F1"/>
                    </a:solidFill>
                  </a:tcPr>
                </a:tc>
                <a:tc>
                  <a:txBody>
                    <a:bodyPr/>
                    <a:lstStyle/>
                    <a:p>
                      <a:pPr algn="r"/>
                      <a:r>
                        <a:rPr sz="850" b="0">
                          <a:solidFill>
                            <a:srgbClr val="2C3E50"/>
                          </a:solidFill>
                        </a:rPr>
                        <a:t>3,386</a:t>
                      </a:r>
                    </a:p>
                  </a:txBody>
                  <a:tcPr>
                    <a:solidFill>
                      <a:srgbClr val="ECF0F1"/>
                    </a:solidFill>
                  </a:tcPr>
                </a:tc>
                <a:tc>
                  <a:txBody>
                    <a:bodyPr/>
                    <a:lstStyle/>
                    <a:p>
                      <a:pPr algn="r"/>
                      <a:r>
                        <a:rPr sz="850" b="0">
                          <a:solidFill>
                            <a:srgbClr val="2C3E50"/>
                          </a:solidFill>
                        </a:rPr>
                        <a:t>6,026</a:t>
                      </a:r>
                    </a:p>
                  </a:txBody>
                  <a:tcPr>
                    <a:solidFill>
                      <a:srgbClr val="ECF0F1"/>
                    </a:solidFill>
                  </a:tcPr>
                </a:tc>
                <a:tc>
                  <a:txBody>
                    <a:bodyPr/>
                    <a:lstStyle/>
                    <a:p>
                      <a:pPr algn="r"/>
                      <a:r>
                        <a:rPr sz="850" b="0">
                          <a:solidFill>
                            <a:srgbClr val="2C3E50"/>
                          </a:solidFill>
                        </a:rPr>
                        <a:t>8,442</a:t>
                      </a:r>
                    </a:p>
                  </a:txBody>
                  <a:tcPr>
                    <a:solidFill>
                      <a:srgbClr val="ECF0F1"/>
                    </a:solidFill>
                  </a:tcPr>
                </a:tc>
                <a:tc>
                  <a:txBody>
                    <a:bodyPr/>
                    <a:lstStyle/>
                    <a:p>
                      <a:pPr algn="r"/>
                      <a:r>
                        <a:rPr sz="850" b="0">
                          <a:solidFill>
                            <a:srgbClr val="2C3E50"/>
                          </a:solidFill>
                        </a:rPr>
                        <a:t>10,042</a:t>
                      </a:r>
                    </a:p>
                  </a:txBody>
                  <a:tcPr>
                    <a:solidFill>
                      <a:srgbClr val="ECF0F1"/>
                    </a:solidFill>
                  </a:tcPr>
                </a:tc>
              </a:tr>
              <a:tr h="489712">
                <a:tc>
                  <a:txBody>
                    <a:bodyPr/>
                    <a:lstStyle/>
                    <a:p>
                      <a:pPr algn="l"/>
                      <a:r>
                        <a:rPr sz="850" b="1">
                          <a:solidFill>
                            <a:srgbClr val="2C3E50"/>
                          </a:solidFill>
                        </a:rPr>
                        <a:t>Cost / Pt</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c>
                  <a:txBody>
                    <a:bodyPr/>
                    <a:lstStyle/>
                    <a:p>
                      <a:pPr algn="r"/>
                      <a:r>
                        <a:rPr sz="850" b="0">
                          <a:solidFill>
                            <a:srgbClr val="2C3E50"/>
                          </a:solidFill>
                        </a:rPr>
                        <a:t>$178,000</a:t>
                      </a:r>
                    </a:p>
                  </a:txBody>
                  <a:tcPr>
                    <a:solidFill>
                      <a:srgbClr val="FFFFFF"/>
                    </a:solidFill>
                  </a:tcPr>
                </a:tc>
              </a:tr>
              <a:tr h="489712">
                <a:tc>
                  <a:txBody>
                    <a:bodyPr/>
                    <a:lstStyle/>
                    <a:p>
                      <a:pPr algn="l"/>
                      <a:r>
                        <a:rPr sz="850" b="1">
                          <a:solidFill>
                            <a:srgbClr val="2C3E50"/>
                          </a:solidFill>
                        </a:rPr>
                        <a:t>Gross ($M)</a:t>
                      </a:r>
                    </a:p>
                  </a:txBody>
                  <a:tcPr>
                    <a:solidFill>
                      <a:srgbClr val="ECF0F1"/>
                    </a:solidFill>
                  </a:tcPr>
                </a:tc>
                <a:tc>
                  <a:txBody>
                    <a:bodyPr/>
                    <a:lstStyle/>
                    <a:p>
                      <a:pPr algn="r"/>
                      <a:r>
                        <a:rPr sz="850" b="0">
                          <a:solidFill>
                            <a:srgbClr val="2C3E50"/>
                          </a:solidFill>
                        </a:rPr>
                        <a:t>$34.4</a:t>
                      </a:r>
                    </a:p>
                  </a:txBody>
                  <a:tcPr>
                    <a:solidFill>
                      <a:srgbClr val="ECF0F1"/>
                    </a:solidFill>
                  </a:tcPr>
                </a:tc>
                <a:tc>
                  <a:txBody>
                    <a:bodyPr/>
                    <a:lstStyle/>
                    <a:p>
                      <a:pPr algn="r"/>
                      <a:r>
                        <a:rPr sz="850" b="0">
                          <a:solidFill>
                            <a:srgbClr val="2C3E50"/>
                          </a:solidFill>
                        </a:rPr>
                        <a:t>$98.6</a:t>
                      </a:r>
                    </a:p>
                  </a:txBody>
                  <a:tcPr>
                    <a:solidFill>
                      <a:srgbClr val="ECF0F1"/>
                    </a:solidFill>
                  </a:tcPr>
                </a:tc>
                <a:tc>
                  <a:txBody>
                    <a:bodyPr/>
                    <a:lstStyle/>
                    <a:p>
                      <a:pPr algn="r"/>
                      <a:r>
                        <a:rPr sz="850" b="0">
                          <a:solidFill>
                            <a:srgbClr val="2C3E50"/>
                          </a:solidFill>
                        </a:rPr>
                        <a:t>$264.1</a:t>
                      </a:r>
                    </a:p>
                  </a:txBody>
                  <a:tcPr>
                    <a:solidFill>
                      <a:srgbClr val="ECF0F1"/>
                    </a:solidFill>
                  </a:tcPr>
                </a:tc>
                <a:tc>
                  <a:txBody>
                    <a:bodyPr/>
                    <a:lstStyle/>
                    <a:p>
                      <a:pPr algn="r"/>
                      <a:r>
                        <a:rPr sz="850" b="0">
                          <a:solidFill>
                            <a:srgbClr val="2C3E50"/>
                          </a:solidFill>
                        </a:rPr>
                        <a:t>$602.7</a:t>
                      </a:r>
                    </a:p>
                  </a:txBody>
                  <a:tcPr>
                    <a:solidFill>
                      <a:srgbClr val="ECF0F1"/>
                    </a:solidFill>
                  </a:tcPr>
                </a:tc>
                <a:tc>
                  <a:txBody>
                    <a:bodyPr/>
                    <a:lstStyle/>
                    <a:p>
                      <a:pPr algn="r"/>
                      <a:r>
                        <a:rPr sz="850" b="0">
                          <a:solidFill>
                            <a:srgbClr val="2C3E50"/>
                          </a:solidFill>
                        </a:rPr>
                        <a:t>$1072.7</a:t>
                      </a:r>
                    </a:p>
                  </a:txBody>
                  <a:tcPr>
                    <a:solidFill>
                      <a:srgbClr val="ECF0F1"/>
                    </a:solidFill>
                  </a:tcPr>
                </a:tc>
                <a:tc>
                  <a:txBody>
                    <a:bodyPr/>
                    <a:lstStyle/>
                    <a:p>
                      <a:pPr algn="r"/>
                      <a:r>
                        <a:rPr sz="850" b="0">
                          <a:solidFill>
                            <a:srgbClr val="2C3E50"/>
                          </a:solidFill>
                        </a:rPr>
                        <a:t>$1502.7</a:t>
                      </a:r>
                    </a:p>
                  </a:txBody>
                  <a:tcPr>
                    <a:solidFill>
                      <a:srgbClr val="ECF0F1"/>
                    </a:solidFill>
                  </a:tcPr>
                </a:tc>
                <a:tc>
                  <a:txBody>
                    <a:bodyPr/>
                    <a:lstStyle/>
                    <a:p>
                      <a:pPr algn="r"/>
                      <a:r>
                        <a:rPr sz="850" b="0">
                          <a:solidFill>
                            <a:srgbClr val="2C3E50"/>
                          </a:solidFill>
                        </a:rPr>
                        <a:t>$1787.4</a:t>
                      </a:r>
                    </a:p>
                  </a:txBody>
                  <a:tcPr>
                    <a:solidFill>
                      <a:srgbClr val="ECF0F1"/>
                    </a:solidFill>
                  </a:tcPr>
                </a:tc>
              </a:tr>
              <a:tr h="489712">
                <a:tc>
                  <a:txBody>
                    <a:bodyPr/>
                    <a:lstStyle/>
                    <a:p>
                      <a:pPr algn="l"/>
                      <a:r>
                        <a:rPr sz="850" b="1">
                          <a:solidFill>
                            <a:srgbClr val="2C3E50"/>
                          </a:solidFill>
                        </a:rPr>
                        <a:t>Disc %</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c>
                  <a:txBody>
                    <a:bodyPr/>
                    <a:lstStyle/>
                    <a:p>
                      <a:pPr algn="r"/>
                      <a:r>
                        <a:rPr sz="850" b="0">
                          <a:solidFill>
                            <a:srgbClr val="2C3E50"/>
                          </a:solidFill>
                        </a:rPr>
                        <a:t>22%</a:t>
                      </a:r>
                    </a:p>
                  </a:txBody>
                  <a:tcPr>
                    <a:solidFill>
                      <a:srgbClr val="FFFFFF"/>
                    </a:solidFill>
                  </a:tcPr>
                </a:tc>
              </a:tr>
              <a:tr h="489712">
                <a:tc>
                  <a:txBody>
                    <a:bodyPr/>
                    <a:lstStyle/>
                    <a:p>
                      <a:pPr algn="l"/>
                      <a:r>
                        <a:rPr sz="850" b="1">
                          <a:solidFill>
                            <a:srgbClr val="2C3E50"/>
                          </a:solidFill>
                        </a:rPr>
                        <a:t>Net ($M)</a:t>
                      </a:r>
                    </a:p>
                  </a:txBody>
                  <a:tcPr>
                    <a:solidFill>
                      <a:srgbClr val="ECF0F1"/>
                    </a:solidFill>
                  </a:tcPr>
                </a:tc>
                <a:tc>
                  <a:txBody>
                    <a:bodyPr/>
                    <a:lstStyle/>
                    <a:p>
                      <a:pPr algn="r"/>
                      <a:r>
                        <a:rPr sz="850" b="0">
                          <a:solidFill>
                            <a:srgbClr val="2C3E50"/>
                          </a:solidFill>
                        </a:rPr>
                        <a:t>$26.8</a:t>
                      </a:r>
                    </a:p>
                  </a:txBody>
                  <a:tcPr>
                    <a:solidFill>
                      <a:srgbClr val="ECF0F1"/>
                    </a:solidFill>
                  </a:tcPr>
                </a:tc>
                <a:tc>
                  <a:txBody>
                    <a:bodyPr/>
                    <a:lstStyle/>
                    <a:p>
                      <a:pPr algn="r"/>
                      <a:r>
                        <a:rPr sz="850" b="0">
                          <a:solidFill>
                            <a:srgbClr val="2C3E50"/>
                          </a:solidFill>
                        </a:rPr>
                        <a:t>$76.9</a:t>
                      </a:r>
                    </a:p>
                  </a:txBody>
                  <a:tcPr>
                    <a:solidFill>
                      <a:srgbClr val="ECF0F1"/>
                    </a:solidFill>
                  </a:tcPr>
                </a:tc>
                <a:tc>
                  <a:txBody>
                    <a:bodyPr/>
                    <a:lstStyle/>
                    <a:p>
                      <a:pPr algn="r"/>
                      <a:r>
                        <a:rPr sz="850" b="0">
                          <a:solidFill>
                            <a:srgbClr val="2C3E50"/>
                          </a:solidFill>
                        </a:rPr>
                        <a:t>$206.0</a:t>
                      </a:r>
                    </a:p>
                  </a:txBody>
                  <a:tcPr>
                    <a:solidFill>
                      <a:srgbClr val="ECF0F1"/>
                    </a:solidFill>
                  </a:tcPr>
                </a:tc>
                <a:tc>
                  <a:txBody>
                    <a:bodyPr/>
                    <a:lstStyle/>
                    <a:p>
                      <a:pPr algn="r"/>
                      <a:r>
                        <a:rPr sz="850" b="0">
                          <a:solidFill>
                            <a:srgbClr val="2C3E50"/>
                          </a:solidFill>
                        </a:rPr>
                        <a:t>$470.1</a:t>
                      </a:r>
                    </a:p>
                  </a:txBody>
                  <a:tcPr>
                    <a:solidFill>
                      <a:srgbClr val="ECF0F1"/>
                    </a:solidFill>
                  </a:tcPr>
                </a:tc>
                <a:tc>
                  <a:txBody>
                    <a:bodyPr/>
                    <a:lstStyle/>
                    <a:p>
                      <a:pPr algn="r"/>
                      <a:r>
                        <a:rPr sz="850" b="0">
                          <a:solidFill>
                            <a:srgbClr val="2C3E50"/>
                          </a:solidFill>
                        </a:rPr>
                        <a:t>$836.7</a:t>
                      </a:r>
                    </a:p>
                  </a:txBody>
                  <a:tcPr>
                    <a:solidFill>
                      <a:srgbClr val="ECF0F1"/>
                    </a:solidFill>
                  </a:tcPr>
                </a:tc>
                <a:tc>
                  <a:txBody>
                    <a:bodyPr/>
                    <a:lstStyle/>
                    <a:p>
                      <a:pPr algn="r"/>
                      <a:r>
                        <a:rPr sz="850" b="0">
                          <a:solidFill>
                            <a:srgbClr val="2C3E50"/>
                          </a:solidFill>
                        </a:rPr>
                        <a:t>$1172.1</a:t>
                      </a:r>
                    </a:p>
                  </a:txBody>
                  <a:tcPr>
                    <a:solidFill>
                      <a:srgbClr val="ECF0F1"/>
                    </a:solidFill>
                  </a:tcPr>
                </a:tc>
                <a:tc>
                  <a:txBody>
                    <a:bodyPr/>
                    <a:lstStyle/>
                    <a:p>
                      <a:pPr algn="r"/>
                      <a:r>
                        <a:rPr sz="850" b="1">
                          <a:solidFill>
                            <a:srgbClr val="C9922A"/>
                          </a:solidFill>
                        </a:rPr>
                        <a:t>$1394.2</a:t>
                      </a:r>
                    </a:p>
                  </a:txBody>
                  <a:tcPr>
                    <a:solidFill>
                      <a:srgbClr val="ECF0F1"/>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Chryselys 2026">
      <a:dk1>
        <a:srgbClr val="004567"/>
      </a:dk1>
      <a:lt1>
        <a:srgbClr val="FFFFFF"/>
      </a:lt1>
      <a:dk2>
        <a:srgbClr val="C98B27"/>
      </a:dk2>
      <a:lt2>
        <a:srgbClr val="EAECEC"/>
      </a:lt2>
      <a:accent1>
        <a:srgbClr val="E8E1CE"/>
      </a:accent1>
      <a:accent2>
        <a:srgbClr val="C6B78A"/>
      </a:accent2>
      <a:accent3>
        <a:srgbClr val="9296B2"/>
      </a:accent3>
      <a:accent4>
        <a:srgbClr val="5C6082"/>
      </a:accent4>
      <a:accent5>
        <a:srgbClr val="5B9BD5"/>
      </a:accent5>
      <a:accent6>
        <a:srgbClr val="44546A"/>
      </a:accent6>
      <a:hlink>
        <a:srgbClr val="5F5F5F"/>
      </a:hlink>
      <a:folHlink>
        <a:srgbClr val="919191"/>
      </a:folHlink>
    </a:clrScheme>
    <a:fontScheme name="Custom 1">
      <a:majorFont>
        <a:latin typeface="Roboto Slab"/>
        <a:ea typeface=""/>
        <a:cs typeface=""/>
      </a:majorFont>
      <a:minorFont>
        <a:latin typeface="Roboto Slab"/>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474c6e9-26b6-4b82-bc4c-9118ac47804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4BAE82AA9A1CD4BB127782C6F81B27F" ma:contentTypeVersion="10" ma:contentTypeDescription="Create a new document." ma:contentTypeScope="" ma:versionID="ea0e2fc30fa80fffe1b865647de2ed78">
  <xsd:schema xmlns:xsd="http://www.w3.org/2001/XMLSchema" xmlns:xs="http://www.w3.org/2001/XMLSchema" xmlns:p="http://schemas.microsoft.com/office/2006/metadata/properties" xmlns:ns3="1474c6e9-26b6-4b82-bc4c-9118ac478040" targetNamespace="http://schemas.microsoft.com/office/2006/metadata/properties" ma:root="true" ma:fieldsID="8c104a873d7ed870024b7b4c9234d57a" ns3:_="">
    <xsd:import namespace="1474c6e9-26b6-4b82-bc4c-9118ac478040"/>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74c6e9-26b6-4b82-bc4c-9118ac47804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0177E6-0746-4069-827B-26215C73DD6F}">
  <ds:schemaRefs>
    <ds:schemaRef ds:uri="http://purl.org/dc/terms/"/>
    <ds:schemaRef ds:uri="http://schemas.microsoft.com/office/2006/documentManagement/types"/>
    <ds:schemaRef ds:uri="http://purl.org/dc/dcmitype/"/>
    <ds:schemaRef ds:uri="http://schemas.openxmlformats.org/package/2006/metadata/core-properties"/>
    <ds:schemaRef ds:uri="1474c6e9-26b6-4b82-bc4c-9118ac478040"/>
    <ds:schemaRef ds:uri="http://purl.org/dc/elements/1.1/"/>
    <ds:schemaRef ds:uri="http://www.w3.org/XML/1998/namespace"/>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1323B76-2F15-43C5-B720-63FC39AD3927}">
  <ds:schemaRefs>
    <ds:schemaRef ds:uri="http://schemas.microsoft.com/sharepoint/v3/contenttype/forms"/>
  </ds:schemaRefs>
</ds:datastoreItem>
</file>

<file path=customXml/itemProps3.xml><?xml version="1.0" encoding="utf-8"?>
<ds:datastoreItem xmlns:ds="http://schemas.openxmlformats.org/officeDocument/2006/customXml" ds:itemID="{D1C176EE-4243-4BF8-B3A7-F4175CDCF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74c6e9-26b6-4b82-bc4c-9118ac4780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TotalTime>
  <Words>0</Words>
  <Application>Microsoft Office PowerPoint</Application>
  <PresentationFormat>Widescreen</PresentationFormat>
  <Paragraphs>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Roboto</vt:lpstr>
      <vt:lpstr>Roboto Slab</vt:lpstr>
      <vt:lpstr>Roboto Slab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 M</dc:creator>
  <cp:lastModifiedBy>Arnav Singh</cp:lastModifiedBy>
  <cp:revision>2</cp:revision>
  <dcterms:created xsi:type="dcterms:W3CDTF">2022-11-18T09:32:53Z</dcterms:created>
  <dcterms:modified xsi:type="dcterms:W3CDTF">2026-04-13T10:26:07Z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0x01010064BAE82AA9A1CD4BB127782C6F81B27F</vt:lpwstr>
  </property>
</Properties>
</file>